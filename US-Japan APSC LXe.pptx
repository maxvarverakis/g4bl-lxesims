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7" r:id="rId1"/>
    <p:sldMasterId id="2147483678" r:id="rId2"/>
  </p:sldMasterIdLst>
  <p:notesMasterIdLst>
    <p:notesMasterId r:id="rId24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74" r:id="rId13"/>
    <p:sldId id="266" r:id="rId14"/>
    <p:sldId id="267" r:id="rId15"/>
    <p:sldId id="277" r:id="rId16"/>
    <p:sldId id="268" r:id="rId17"/>
    <p:sldId id="269" r:id="rId18"/>
    <p:sldId id="270" r:id="rId19"/>
    <p:sldId id="271" r:id="rId20"/>
    <p:sldId id="273" r:id="rId21"/>
    <p:sldId id="275" r:id="rId22"/>
    <p:sldId id="276" r:id="rId23"/>
  </p:sldIdLst>
  <p:sldSz cx="9144000" cy="5143500" type="screen16x9"/>
  <p:notesSz cx="6858000" cy="9144000"/>
  <p:embeddedFontLst>
    <p:embeddedFont>
      <p:font typeface="Lato" panose="020F0502020204030203" pitchFamily="34" charset="0"/>
      <p:regular r:id="rId25"/>
      <p:bold r:id="rId26"/>
      <p:italic r:id="rId27"/>
      <p:boldItalic r:id="rId2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5898E"/>
    <a:srgbClr val="8C1414"/>
    <a:srgbClr val="FF5757"/>
    <a:srgbClr val="00FF11"/>
    <a:srgbClr val="02BC10"/>
    <a:srgbClr val="BB00BB"/>
    <a:srgbClr val="2B2B2B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52"/>
    <p:restoredTop sz="94719"/>
  </p:normalViewPr>
  <p:slideViewPr>
    <p:cSldViewPr snapToGrid="0">
      <p:cViewPr>
        <p:scale>
          <a:sx n="177" d="100"/>
          <a:sy n="177" d="100"/>
        </p:scale>
        <p:origin x="1584" y="51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font" Target="fonts/font2.fntdata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font" Target="fonts/font1.fntdata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notesMaster" Target="notesMasters/notesMaster1.xml"/><Relationship Id="rId32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font" Target="fonts/font4.fntdata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font" Target="fonts/font3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31a9046679_0_3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2" name="Google Shape;242;g331a9046679_0_3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243" name="Google Shape;243;g331a9046679_0_32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31a9046679_0_3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4" name="Google Shape;254;g331a9046679_0_33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55" name="Google Shape;255;g331a9046679_0_33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331a9046679_0_3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1" name="Google Shape;271;g331a9046679_0_35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272" name="Google Shape;272;g331a9046679_0_35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331a9046679_0_3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9" name="Google Shape;279;g331a9046679_0_35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80" name="Google Shape;280;g331a9046679_0_35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31a9046679_0_3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1" name="Google Shape;291;g331a9046679_0_36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292" name="Google Shape;292;g331a9046679_0_36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331a9046679_0_3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9" name="Google Shape;309;g331a9046679_0_3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331a9046679_0_3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" name="Google Shape;321;g331a9046679_0_3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331a9046679_0_4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331a9046679_0_4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391f30a5e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9" name="Google Shape;339;g3391f30a5e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3391f30a5e8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8" name="Google Shape;348;g3391f30a5e8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6">
          <a:extLst>
            <a:ext uri="{FF2B5EF4-FFF2-40B4-BE49-F238E27FC236}">
              <a16:creationId xmlns:a16="http://schemas.microsoft.com/office/drawing/2014/main" id="{DFAF4C5F-4CC7-6C1E-F42E-1FDE61B3F2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3391f30a5e8_0_10:notes">
            <a:extLst>
              <a:ext uri="{FF2B5EF4-FFF2-40B4-BE49-F238E27FC236}">
                <a16:creationId xmlns:a16="http://schemas.microsoft.com/office/drawing/2014/main" id="{1DEEA6FC-BE38-510A-C66B-2EB1888D88D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8" name="Google Shape;348;g3391f30a5e8_0_10:notes">
            <a:extLst>
              <a:ext uri="{FF2B5EF4-FFF2-40B4-BE49-F238E27FC236}">
                <a16:creationId xmlns:a16="http://schemas.microsoft.com/office/drawing/2014/main" id="{0A9B1AB0-FC45-EE74-CDE8-9C57566F52F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5668771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3391f30a5e8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" name="Google Shape;357;g3391f30a5e8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3391f30a5e8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6" name="Google Shape;366;g3391f30a5e8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5">
          <a:extLst>
            <a:ext uri="{FF2B5EF4-FFF2-40B4-BE49-F238E27FC236}">
              <a16:creationId xmlns:a16="http://schemas.microsoft.com/office/drawing/2014/main" id="{F06C423D-C5D8-70AB-4864-46ED1E8B4B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3391f30a5e8_0_18:notes">
            <a:extLst>
              <a:ext uri="{FF2B5EF4-FFF2-40B4-BE49-F238E27FC236}">
                <a16:creationId xmlns:a16="http://schemas.microsoft.com/office/drawing/2014/main" id="{0FA63B9F-3D72-A6E6-41EA-565839436B9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" name="Google Shape;357;g3391f30a5e8_0_18:notes">
            <a:extLst>
              <a:ext uri="{FF2B5EF4-FFF2-40B4-BE49-F238E27FC236}">
                <a16:creationId xmlns:a16="http://schemas.microsoft.com/office/drawing/2014/main" id="{055DAB52-7141-8817-DB2C-2A9AD1961F3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5413468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331a9046679_0_4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5" name="Google Shape;375;g331a9046679_0_4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g331a9046679_0_4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2" name="Google Shape;382;g331a9046679_0_4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g331a9046679_0_4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9" name="Google Shape;389;g331a9046679_0_4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331a9046679_0_4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6" name="Google Shape;396;g331a9046679_0_4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3391f30a5e8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8" name="Google Shape;348;g3391f30a5e8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4795332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5">
          <a:extLst>
            <a:ext uri="{FF2B5EF4-FFF2-40B4-BE49-F238E27FC236}">
              <a16:creationId xmlns:a16="http://schemas.microsoft.com/office/drawing/2014/main" id="{00439DE4-E310-FBC5-9E1E-FDBAD89F2A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3391f30a5e8_0_18:notes">
            <a:extLst>
              <a:ext uri="{FF2B5EF4-FFF2-40B4-BE49-F238E27FC236}">
                <a16:creationId xmlns:a16="http://schemas.microsoft.com/office/drawing/2014/main" id="{66ACDB73-478E-4BFE-768F-D98A8B47F9D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" name="Google Shape;357;g3391f30a5e8_0_18:notes">
            <a:extLst>
              <a:ext uri="{FF2B5EF4-FFF2-40B4-BE49-F238E27FC236}">
                <a16:creationId xmlns:a16="http://schemas.microsoft.com/office/drawing/2014/main" id="{73279F6F-5F8B-5F4D-8772-AF366B38C36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1199738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4">
          <a:extLst>
            <a:ext uri="{FF2B5EF4-FFF2-40B4-BE49-F238E27FC236}">
              <a16:creationId xmlns:a16="http://schemas.microsoft.com/office/drawing/2014/main" id="{0D92EBAE-3A22-49C0-B741-28BAD1B33C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3391f30a5e8_0_26:notes">
            <a:extLst>
              <a:ext uri="{FF2B5EF4-FFF2-40B4-BE49-F238E27FC236}">
                <a16:creationId xmlns:a16="http://schemas.microsoft.com/office/drawing/2014/main" id="{231012E6-02B5-6F15-B668-EE482E892F5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6" name="Google Shape;366;g3391f30a5e8_0_26:notes">
            <a:extLst>
              <a:ext uri="{FF2B5EF4-FFF2-40B4-BE49-F238E27FC236}">
                <a16:creationId xmlns:a16="http://schemas.microsoft.com/office/drawing/2014/main" id="{F66226B6-52E3-E85F-91DD-68E22D5DD33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934674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 - 1 Column">
  <p:cSld name="Text Slide - 1 Column">
    <p:bg>
      <p:bgPr>
        <a:solidFill>
          <a:schemeClr val="lt1"/>
        </a:solidFill>
        <a:effectLst/>
      </p:bgPr>
    </p:bg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4"/>
          <p:cNvSpPr txBox="1">
            <a:spLocks noGrp="1"/>
          </p:cNvSpPr>
          <p:nvPr>
            <p:ph type="title"/>
          </p:nvPr>
        </p:nvSpPr>
        <p:spPr>
          <a:xfrm>
            <a:off x="600075" y="200026"/>
            <a:ext cx="7915200" cy="47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C1515"/>
              </a:buClr>
              <a:buSzPts val="2400"/>
              <a:buFont typeface="Lato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cxnSp>
        <p:nvCxnSpPr>
          <p:cNvPr id="57" name="Google Shape;57;p14"/>
          <p:cNvCxnSpPr/>
          <p:nvPr/>
        </p:nvCxnSpPr>
        <p:spPr>
          <a:xfrm>
            <a:off x="600075" y="695351"/>
            <a:ext cx="7915200" cy="0"/>
          </a:xfrm>
          <a:prstGeom prst="straightConnector1">
            <a:avLst/>
          </a:prstGeom>
          <a:noFill/>
          <a:ln w="9525" cap="flat" cmpd="sng">
            <a:solidFill>
              <a:srgbClr val="8C151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58" name="Google Shape;58;p14"/>
          <p:cNvSpPr txBox="1">
            <a:spLocks noGrp="1"/>
          </p:cNvSpPr>
          <p:nvPr>
            <p:ph type="sldNum" idx="12"/>
          </p:nvPr>
        </p:nvSpPr>
        <p:spPr>
          <a:xfrm>
            <a:off x="6457950" y="4712118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0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subTitle" idx="1"/>
          </p:nvPr>
        </p:nvSpPr>
        <p:spPr>
          <a:xfrm>
            <a:off x="600244" y="817575"/>
            <a:ext cx="3881100" cy="33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4275" rIns="68575" bIns="3427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B83A4B"/>
              </a:buClr>
              <a:buSzPts val="1500"/>
              <a:buNone/>
              <a:defRPr sz="1500">
                <a:solidFill>
                  <a:srgbClr val="B83A4B"/>
                </a:solidFill>
              </a:defRPr>
            </a:lvl1pPr>
            <a:lvl2pPr lvl="1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300"/>
              <a:buNone/>
              <a:defRPr/>
            </a:lvl2pPr>
            <a:lvl3pPr lvl="2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300"/>
              <a:buNone/>
              <a:defRPr/>
            </a:lvl3pPr>
            <a:lvl4pPr lvl="3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4"/>
          <p:cNvSpPr txBox="1">
            <a:spLocks noGrp="1"/>
          </p:cNvSpPr>
          <p:nvPr>
            <p:ph type="subTitle" idx="2"/>
          </p:nvPr>
        </p:nvSpPr>
        <p:spPr>
          <a:xfrm>
            <a:off x="1225753" y="4767591"/>
            <a:ext cx="3157500" cy="16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4275" rIns="68575" bIns="34275" anchor="ctr" anchorCtr="0">
            <a:noAutofit/>
          </a:bodyPr>
          <a:lstStyle>
            <a:lvl1pPr lv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800"/>
              <a:buNone/>
              <a:defRPr sz="800"/>
            </a:lvl1pPr>
            <a:lvl2pPr lvl="1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800"/>
              <a:buNone/>
              <a:defRPr sz="800"/>
            </a:lvl2pPr>
            <a:lvl3pPr lvl="2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800"/>
              <a:buNone/>
              <a:defRPr sz="800"/>
            </a:lvl3pPr>
            <a:lvl4pPr lvl="3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800"/>
              <a:buNone/>
              <a:defRPr sz="800"/>
            </a:lvl4pPr>
            <a:lvl5pPr lvl="4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800"/>
              <a:buNone/>
              <a:defRPr sz="800"/>
            </a:lvl5pPr>
            <a:lvl6pPr lvl="5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800"/>
              <a:buNone/>
              <a:defRPr sz="800"/>
            </a:lvl6pPr>
            <a:lvl7pPr lvl="6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800"/>
              <a:buNone/>
              <a:defRPr sz="800"/>
            </a:lvl7pPr>
            <a:lvl8pPr lvl="7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800"/>
              <a:buNone/>
              <a:defRPr sz="800"/>
            </a:lvl8pPr>
            <a:lvl9pPr lvl="8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3"/>
          </p:nvPr>
        </p:nvSpPr>
        <p:spPr>
          <a:xfrm>
            <a:off x="606576" y="1137319"/>
            <a:ext cx="8385600" cy="357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4275" rIns="68575" bIns="34275" anchor="t" anchorCtr="0">
            <a:noAutofit/>
          </a:bodyPr>
          <a:lstStyle>
            <a:lvl1pPr marL="457200" lvl="0" indent="-228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1pPr>
            <a:lvl2pPr marL="914400" lvl="1" indent="-31115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B83A4B"/>
              </a:buClr>
              <a:buSzPts val="1300"/>
              <a:buChar char="●"/>
              <a:defRPr/>
            </a:lvl2pPr>
            <a:lvl3pPr marL="1371600" lvl="2" indent="-31115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300"/>
              <a:buChar char="●"/>
              <a:defRPr/>
            </a:lvl3pPr>
            <a:lvl4pPr marL="1828800" lvl="3" indent="-3048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200"/>
              <a:buChar char="●"/>
              <a:defRPr/>
            </a:lvl5pPr>
            <a:lvl6pPr marL="2743200" lvl="5" indent="-28575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900"/>
              <a:buChar char="●"/>
              <a:defRPr/>
            </a:lvl6pPr>
            <a:lvl7pPr marL="3200400" lvl="6" indent="-28575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900"/>
              <a:buChar char="●"/>
              <a:defRPr/>
            </a:lvl7pPr>
            <a:lvl8pPr marL="3657600" lvl="7" indent="-28575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900"/>
              <a:buChar char="●"/>
              <a:defRPr/>
            </a:lvl8pPr>
            <a:lvl9pPr marL="4114800" lvl="8" indent="-28575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900"/>
              <a:buChar char="●"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6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Break - Red">
  <p:cSld name="Section Break - Red">
    <p:bg>
      <p:bgPr>
        <a:gradFill>
          <a:gsLst>
            <a:gs pos="0">
              <a:srgbClr val="E04F39"/>
            </a:gs>
            <a:gs pos="15000">
              <a:srgbClr val="E04F39"/>
            </a:gs>
            <a:gs pos="50000">
              <a:srgbClr val="AF2D24"/>
            </a:gs>
            <a:gs pos="100000">
              <a:srgbClr val="8C1515"/>
            </a:gs>
          </a:gsLst>
          <a:lin ang="8100019" scaled="0"/>
        </a:gradFill>
        <a:effectLst/>
      </p:bgPr>
    </p:bg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Google Shape;63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5"/>
          <p:cNvSpPr txBox="1">
            <a:spLocks noGrp="1"/>
          </p:cNvSpPr>
          <p:nvPr>
            <p:ph type="title"/>
          </p:nvPr>
        </p:nvSpPr>
        <p:spPr>
          <a:xfrm>
            <a:off x="600075" y="1961994"/>
            <a:ext cx="7915200" cy="9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4275" rIns="68575" bIns="34275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Lato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cxnSp>
        <p:nvCxnSpPr>
          <p:cNvPr id="65" name="Google Shape;65;p15"/>
          <p:cNvCxnSpPr/>
          <p:nvPr/>
        </p:nvCxnSpPr>
        <p:spPr>
          <a:xfrm>
            <a:off x="600075" y="1891505"/>
            <a:ext cx="79152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66" name="Google Shape;66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91503" y="4771382"/>
            <a:ext cx="482363" cy="159389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5"/>
          <p:cNvSpPr txBox="1">
            <a:spLocks noGrp="1"/>
          </p:cNvSpPr>
          <p:nvPr>
            <p:ph type="sldNum" idx="12"/>
          </p:nvPr>
        </p:nvSpPr>
        <p:spPr>
          <a:xfrm>
            <a:off x="6457950" y="4712118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0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8" name="Google Shape;68;p15"/>
          <p:cNvSpPr txBox="1">
            <a:spLocks noGrp="1"/>
          </p:cNvSpPr>
          <p:nvPr>
            <p:ph type="title" idx="2"/>
          </p:nvPr>
        </p:nvSpPr>
        <p:spPr>
          <a:xfrm>
            <a:off x="610594" y="827925"/>
            <a:ext cx="4460400" cy="106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4275" rIns="68575" bIns="34275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 - Option 1 Layout">
  <p:cSld name="Agenda - Option 2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6"/>
          <p:cNvSpPr txBox="1">
            <a:spLocks noGrp="1"/>
          </p:cNvSpPr>
          <p:nvPr>
            <p:ph type="title"/>
          </p:nvPr>
        </p:nvSpPr>
        <p:spPr>
          <a:xfrm>
            <a:off x="600075" y="477440"/>
            <a:ext cx="2559000" cy="83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4275" rIns="68575" bIns="34275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C1515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pic>
        <p:nvPicPr>
          <p:cNvPr id="71" name="Google Shape;71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-8739"/>
            <a:ext cx="9144000" cy="156917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6"/>
          <p:cNvSpPr/>
          <p:nvPr/>
        </p:nvSpPr>
        <p:spPr>
          <a:xfrm>
            <a:off x="0" y="-10470"/>
            <a:ext cx="9144000" cy="158700"/>
          </a:xfrm>
          <a:prstGeom prst="rect">
            <a:avLst/>
          </a:prstGeom>
          <a:solidFill>
            <a:srgbClr val="D4D1D1">
              <a:alpha val="23920"/>
            </a:srgbClr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16"/>
          <p:cNvSpPr txBox="1">
            <a:spLocks noGrp="1"/>
          </p:cNvSpPr>
          <p:nvPr>
            <p:ph type="sldNum" idx="12"/>
          </p:nvPr>
        </p:nvSpPr>
        <p:spPr>
          <a:xfrm>
            <a:off x="6457950" y="4712118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0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4" name="Google Shape;74;p16"/>
          <p:cNvSpPr txBox="1">
            <a:spLocks noGrp="1"/>
          </p:cNvSpPr>
          <p:nvPr>
            <p:ph type="subTitle" idx="1"/>
          </p:nvPr>
        </p:nvSpPr>
        <p:spPr>
          <a:xfrm>
            <a:off x="3538484" y="850940"/>
            <a:ext cx="1877400" cy="38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4275" rIns="68575" bIns="3427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3F3F3F"/>
              </a:buClr>
              <a:buSzPts val="1200"/>
              <a:buNone/>
              <a:defRPr>
                <a:solidFill>
                  <a:srgbClr val="3F3F3F"/>
                </a:solidFill>
              </a:defRPr>
            </a:lvl1pPr>
            <a:lvl2pPr lvl="1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300"/>
              <a:buNone/>
              <a:defRPr/>
            </a:lvl2pPr>
            <a:lvl3pPr lvl="2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300"/>
              <a:buNone/>
              <a:defRPr/>
            </a:lvl3pPr>
            <a:lvl4pPr lvl="3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6"/>
          <p:cNvSpPr txBox="1">
            <a:spLocks noGrp="1"/>
          </p:cNvSpPr>
          <p:nvPr>
            <p:ph type="subTitle" idx="2"/>
          </p:nvPr>
        </p:nvSpPr>
        <p:spPr>
          <a:xfrm>
            <a:off x="3544103" y="520964"/>
            <a:ext cx="2445900" cy="38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4275" rIns="68575" bIns="3427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B83A4B"/>
              </a:buClr>
              <a:buSzPts val="1500"/>
              <a:buNone/>
              <a:defRPr sz="1500">
                <a:solidFill>
                  <a:srgbClr val="B83A4B"/>
                </a:solidFill>
              </a:defRPr>
            </a:lvl1pPr>
            <a:lvl2pPr lvl="1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C00000"/>
              </a:buClr>
              <a:buSzPts val="1500"/>
              <a:buFont typeface="Lato"/>
              <a:buNone/>
              <a:defRPr sz="1500">
                <a:solidFill>
                  <a:srgbClr val="C00000"/>
                </a:solidFill>
              </a:defRPr>
            </a:lvl2pPr>
            <a:lvl3pPr lvl="2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C00000"/>
              </a:buClr>
              <a:buSzPts val="1500"/>
              <a:buFont typeface="Lato"/>
              <a:buNone/>
              <a:defRPr sz="1500">
                <a:solidFill>
                  <a:srgbClr val="C00000"/>
                </a:solidFill>
              </a:defRPr>
            </a:lvl3pPr>
            <a:lvl4pPr lvl="3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C00000"/>
              </a:buClr>
              <a:buSzPts val="1500"/>
              <a:buFont typeface="Lato"/>
              <a:buNone/>
              <a:defRPr sz="1500">
                <a:solidFill>
                  <a:srgbClr val="C00000"/>
                </a:solidFill>
              </a:defRPr>
            </a:lvl4pPr>
            <a:lvl5pPr lvl="4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C00000"/>
              </a:buClr>
              <a:buSzPts val="1500"/>
              <a:buFont typeface="Lato"/>
              <a:buNone/>
              <a:defRPr sz="1500">
                <a:solidFill>
                  <a:srgbClr val="C00000"/>
                </a:solidFill>
              </a:defRPr>
            </a:lvl5pPr>
            <a:lvl6pPr lvl="5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C00000"/>
              </a:buClr>
              <a:buSzPts val="1500"/>
              <a:buFont typeface="Lato"/>
              <a:buNone/>
              <a:defRPr sz="1500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C00000"/>
              </a:buClr>
              <a:buSzPts val="1500"/>
              <a:buFont typeface="Lato"/>
              <a:buNone/>
              <a:defRPr sz="1500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C00000"/>
              </a:buClr>
              <a:buSzPts val="1500"/>
              <a:buFont typeface="Lato"/>
              <a:buNone/>
              <a:defRPr sz="1500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C00000"/>
              </a:buClr>
              <a:buSzPts val="1500"/>
              <a:buFont typeface="Lato"/>
              <a:buNone/>
              <a:defRPr sz="1500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76" name="Google Shape;76;p16"/>
          <p:cNvSpPr txBox="1">
            <a:spLocks noGrp="1"/>
          </p:cNvSpPr>
          <p:nvPr>
            <p:ph type="subTitle" idx="3"/>
          </p:nvPr>
        </p:nvSpPr>
        <p:spPr>
          <a:xfrm>
            <a:off x="3536423" y="2166371"/>
            <a:ext cx="1877400" cy="38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4275" rIns="68575" bIns="3427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3F3F3F"/>
              </a:buClr>
              <a:buSzPts val="1200"/>
              <a:buNone/>
              <a:defRPr>
                <a:solidFill>
                  <a:srgbClr val="3F3F3F"/>
                </a:solidFill>
              </a:defRPr>
            </a:lvl1pPr>
            <a:lvl2pPr lvl="1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300"/>
              <a:buNone/>
              <a:defRPr/>
            </a:lvl2pPr>
            <a:lvl3pPr lvl="2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300"/>
              <a:buNone/>
              <a:defRPr/>
            </a:lvl3pPr>
            <a:lvl4pPr lvl="3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6"/>
          <p:cNvSpPr txBox="1">
            <a:spLocks noGrp="1"/>
          </p:cNvSpPr>
          <p:nvPr>
            <p:ph type="subTitle" idx="4"/>
          </p:nvPr>
        </p:nvSpPr>
        <p:spPr>
          <a:xfrm>
            <a:off x="3542040" y="1836395"/>
            <a:ext cx="2445900" cy="38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4275" rIns="68575" bIns="3427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B83A4B"/>
              </a:buClr>
              <a:buSzPts val="1500"/>
              <a:buNone/>
              <a:defRPr sz="1500">
                <a:solidFill>
                  <a:srgbClr val="B83A4B"/>
                </a:solidFill>
              </a:defRPr>
            </a:lvl1pPr>
            <a:lvl2pPr lvl="1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C00000"/>
              </a:buClr>
              <a:buSzPts val="1500"/>
              <a:buFont typeface="Lato"/>
              <a:buNone/>
              <a:defRPr sz="1500">
                <a:solidFill>
                  <a:srgbClr val="C00000"/>
                </a:solidFill>
              </a:defRPr>
            </a:lvl2pPr>
            <a:lvl3pPr lvl="2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C00000"/>
              </a:buClr>
              <a:buSzPts val="1500"/>
              <a:buFont typeface="Lato"/>
              <a:buNone/>
              <a:defRPr sz="1500">
                <a:solidFill>
                  <a:srgbClr val="C00000"/>
                </a:solidFill>
              </a:defRPr>
            </a:lvl3pPr>
            <a:lvl4pPr lvl="3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C00000"/>
              </a:buClr>
              <a:buSzPts val="1500"/>
              <a:buFont typeface="Lato"/>
              <a:buNone/>
              <a:defRPr sz="1500">
                <a:solidFill>
                  <a:srgbClr val="C00000"/>
                </a:solidFill>
              </a:defRPr>
            </a:lvl4pPr>
            <a:lvl5pPr lvl="4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C00000"/>
              </a:buClr>
              <a:buSzPts val="1500"/>
              <a:buFont typeface="Lato"/>
              <a:buNone/>
              <a:defRPr sz="1500">
                <a:solidFill>
                  <a:srgbClr val="C00000"/>
                </a:solidFill>
              </a:defRPr>
            </a:lvl5pPr>
            <a:lvl6pPr lvl="5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C00000"/>
              </a:buClr>
              <a:buSzPts val="1500"/>
              <a:buFont typeface="Lato"/>
              <a:buNone/>
              <a:defRPr sz="1500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C00000"/>
              </a:buClr>
              <a:buSzPts val="1500"/>
              <a:buFont typeface="Lato"/>
              <a:buNone/>
              <a:defRPr sz="1500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C00000"/>
              </a:buClr>
              <a:buSzPts val="1500"/>
              <a:buFont typeface="Lato"/>
              <a:buNone/>
              <a:defRPr sz="1500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C00000"/>
              </a:buClr>
              <a:buSzPts val="1500"/>
              <a:buFont typeface="Lato"/>
              <a:buNone/>
              <a:defRPr sz="1500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78" name="Google Shape;78;p16"/>
          <p:cNvSpPr txBox="1">
            <a:spLocks noGrp="1"/>
          </p:cNvSpPr>
          <p:nvPr>
            <p:ph type="subTitle" idx="5"/>
          </p:nvPr>
        </p:nvSpPr>
        <p:spPr>
          <a:xfrm>
            <a:off x="3538485" y="3559375"/>
            <a:ext cx="1877400" cy="38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4275" rIns="68575" bIns="3427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3F3F3F"/>
              </a:buClr>
              <a:buSzPts val="1200"/>
              <a:buNone/>
              <a:defRPr>
                <a:solidFill>
                  <a:srgbClr val="3F3F3F"/>
                </a:solidFill>
              </a:defRPr>
            </a:lvl1pPr>
            <a:lvl2pPr lvl="1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300"/>
              <a:buNone/>
              <a:defRPr/>
            </a:lvl2pPr>
            <a:lvl3pPr lvl="2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300"/>
              <a:buNone/>
              <a:defRPr/>
            </a:lvl3pPr>
            <a:lvl4pPr lvl="3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6"/>
          <p:cNvSpPr txBox="1">
            <a:spLocks noGrp="1"/>
          </p:cNvSpPr>
          <p:nvPr>
            <p:ph type="subTitle" idx="6"/>
          </p:nvPr>
        </p:nvSpPr>
        <p:spPr>
          <a:xfrm>
            <a:off x="3544103" y="3229399"/>
            <a:ext cx="2445900" cy="38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4275" rIns="68575" bIns="3427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B83A4B"/>
              </a:buClr>
              <a:buSzPts val="1500"/>
              <a:buNone/>
              <a:defRPr sz="1500">
                <a:solidFill>
                  <a:srgbClr val="B83A4B"/>
                </a:solidFill>
              </a:defRPr>
            </a:lvl1pPr>
            <a:lvl2pPr lvl="1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C00000"/>
              </a:buClr>
              <a:buSzPts val="1500"/>
              <a:buFont typeface="Lato"/>
              <a:buNone/>
              <a:defRPr sz="1500">
                <a:solidFill>
                  <a:srgbClr val="C00000"/>
                </a:solidFill>
              </a:defRPr>
            </a:lvl2pPr>
            <a:lvl3pPr lvl="2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C00000"/>
              </a:buClr>
              <a:buSzPts val="1500"/>
              <a:buFont typeface="Lato"/>
              <a:buNone/>
              <a:defRPr sz="1500">
                <a:solidFill>
                  <a:srgbClr val="C00000"/>
                </a:solidFill>
              </a:defRPr>
            </a:lvl3pPr>
            <a:lvl4pPr lvl="3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C00000"/>
              </a:buClr>
              <a:buSzPts val="1500"/>
              <a:buFont typeface="Lato"/>
              <a:buNone/>
              <a:defRPr sz="1500">
                <a:solidFill>
                  <a:srgbClr val="C00000"/>
                </a:solidFill>
              </a:defRPr>
            </a:lvl4pPr>
            <a:lvl5pPr lvl="4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C00000"/>
              </a:buClr>
              <a:buSzPts val="1500"/>
              <a:buFont typeface="Lato"/>
              <a:buNone/>
              <a:defRPr sz="1500">
                <a:solidFill>
                  <a:srgbClr val="C00000"/>
                </a:solidFill>
              </a:defRPr>
            </a:lvl5pPr>
            <a:lvl6pPr lvl="5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C00000"/>
              </a:buClr>
              <a:buSzPts val="1500"/>
              <a:buFont typeface="Lato"/>
              <a:buNone/>
              <a:defRPr sz="1500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C00000"/>
              </a:buClr>
              <a:buSzPts val="1500"/>
              <a:buFont typeface="Lato"/>
              <a:buNone/>
              <a:defRPr sz="1500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C00000"/>
              </a:buClr>
              <a:buSzPts val="1500"/>
              <a:buFont typeface="Lato"/>
              <a:buNone/>
              <a:defRPr sz="1500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C00000"/>
              </a:buClr>
              <a:buSzPts val="1500"/>
              <a:buFont typeface="Lato"/>
              <a:buNone/>
              <a:defRPr sz="1500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0" name="Google Shape;80;p16"/>
          <p:cNvSpPr txBox="1">
            <a:spLocks noGrp="1"/>
          </p:cNvSpPr>
          <p:nvPr>
            <p:ph type="subTitle" idx="7"/>
          </p:nvPr>
        </p:nvSpPr>
        <p:spPr>
          <a:xfrm>
            <a:off x="6262206" y="850940"/>
            <a:ext cx="1877400" cy="38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4275" rIns="68575" bIns="3427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3F3F3F"/>
              </a:buClr>
              <a:buSzPts val="1200"/>
              <a:buNone/>
              <a:defRPr>
                <a:solidFill>
                  <a:srgbClr val="3F3F3F"/>
                </a:solidFill>
              </a:defRPr>
            </a:lvl1pPr>
            <a:lvl2pPr lvl="1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300"/>
              <a:buNone/>
              <a:defRPr/>
            </a:lvl2pPr>
            <a:lvl3pPr lvl="2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300"/>
              <a:buNone/>
              <a:defRPr/>
            </a:lvl3pPr>
            <a:lvl4pPr lvl="3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6"/>
          <p:cNvSpPr txBox="1">
            <a:spLocks noGrp="1"/>
          </p:cNvSpPr>
          <p:nvPr>
            <p:ph type="subTitle" idx="8"/>
          </p:nvPr>
        </p:nvSpPr>
        <p:spPr>
          <a:xfrm>
            <a:off x="6252659" y="520964"/>
            <a:ext cx="2445900" cy="38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4275" rIns="68575" bIns="3427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B83A4B"/>
              </a:buClr>
              <a:buSzPts val="1500"/>
              <a:buNone/>
              <a:defRPr sz="1500">
                <a:solidFill>
                  <a:srgbClr val="B83A4B"/>
                </a:solidFill>
              </a:defRPr>
            </a:lvl1pPr>
            <a:lvl2pPr lvl="1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C00000"/>
              </a:buClr>
              <a:buSzPts val="1500"/>
              <a:buFont typeface="Lato"/>
              <a:buNone/>
              <a:defRPr sz="1500">
                <a:solidFill>
                  <a:srgbClr val="C00000"/>
                </a:solidFill>
              </a:defRPr>
            </a:lvl2pPr>
            <a:lvl3pPr lvl="2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C00000"/>
              </a:buClr>
              <a:buSzPts val="1500"/>
              <a:buFont typeface="Lato"/>
              <a:buNone/>
              <a:defRPr sz="1500">
                <a:solidFill>
                  <a:srgbClr val="C00000"/>
                </a:solidFill>
              </a:defRPr>
            </a:lvl3pPr>
            <a:lvl4pPr lvl="3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C00000"/>
              </a:buClr>
              <a:buSzPts val="1500"/>
              <a:buFont typeface="Lato"/>
              <a:buNone/>
              <a:defRPr sz="1500">
                <a:solidFill>
                  <a:srgbClr val="C00000"/>
                </a:solidFill>
              </a:defRPr>
            </a:lvl4pPr>
            <a:lvl5pPr lvl="4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C00000"/>
              </a:buClr>
              <a:buSzPts val="1500"/>
              <a:buFont typeface="Lato"/>
              <a:buNone/>
              <a:defRPr sz="1500">
                <a:solidFill>
                  <a:srgbClr val="C00000"/>
                </a:solidFill>
              </a:defRPr>
            </a:lvl5pPr>
            <a:lvl6pPr lvl="5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C00000"/>
              </a:buClr>
              <a:buSzPts val="1500"/>
              <a:buFont typeface="Lato"/>
              <a:buNone/>
              <a:defRPr sz="1500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C00000"/>
              </a:buClr>
              <a:buSzPts val="1500"/>
              <a:buFont typeface="Lato"/>
              <a:buNone/>
              <a:defRPr sz="1500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C00000"/>
              </a:buClr>
              <a:buSzPts val="1500"/>
              <a:buFont typeface="Lato"/>
              <a:buNone/>
              <a:defRPr sz="1500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C00000"/>
              </a:buClr>
              <a:buSzPts val="1500"/>
              <a:buFont typeface="Lato"/>
              <a:buNone/>
              <a:defRPr sz="1500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2" name="Google Shape;82;p16"/>
          <p:cNvSpPr txBox="1">
            <a:spLocks noGrp="1"/>
          </p:cNvSpPr>
          <p:nvPr>
            <p:ph type="subTitle" idx="9"/>
          </p:nvPr>
        </p:nvSpPr>
        <p:spPr>
          <a:xfrm>
            <a:off x="6260144" y="2166371"/>
            <a:ext cx="1877400" cy="38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4275" rIns="68575" bIns="3427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3F3F3F"/>
              </a:buClr>
              <a:buSzPts val="1200"/>
              <a:buNone/>
              <a:defRPr>
                <a:solidFill>
                  <a:srgbClr val="3F3F3F"/>
                </a:solidFill>
              </a:defRPr>
            </a:lvl1pPr>
            <a:lvl2pPr lvl="1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300"/>
              <a:buNone/>
              <a:defRPr/>
            </a:lvl2pPr>
            <a:lvl3pPr lvl="2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300"/>
              <a:buNone/>
              <a:defRPr/>
            </a:lvl3pPr>
            <a:lvl4pPr lvl="3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6"/>
          <p:cNvSpPr txBox="1">
            <a:spLocks noGrp="1"/>
          </p:cNvSpPr>
          <p:nvPr>
            <p:ph type="subTitle" idx="13"/>
          </p:nvPr>
        </p:nvSpPr>
        <p:spPr>
          <a:xfrm>
            <a:off x="6250598" y="1836395"/>
            <a:ext cx="2445900" cy="38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4275" rIns="68575" bIns="3427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B83A4B"/>
              </a:buClr>
              <a:buSzPts val="1500"/>
              <a:buNone/>
              <a:defRPr sz="1500">
                <a:solidFill>
                  <a:srgbClr val="B83A4B"/>
                </a:solidFill>
              </a:defRPr>
            </a:lvl1pPr>
            <a:lvl2pPr lvl="1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C00000"/>
              </a:buClr>
              <a:buSzPts val="1500"/>
              <a:buFont typeface="Lato"/>
              <a:buNone/>
              <a:defRPr sz="1500">
                <a:solidFill>
                  <a:srgbClr val="C00000"/>
                </a:solidFill>
              </a:defRPr>
            </a:lvl2pPr>
            <a:lvl3pPr lvl="2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C00000"/>
              </a:buClr>
              <a:buSzPts val="1500"/>
              <a:buFont typeface="Lato"/>
              <a:buNone/>
              <a:defRPr sz="1500">
                <a:solidFill>
                  <a:srgbClr val="C00000"/>
                </a:solidFill>
              </a:defRPr>
            </a:lvl3pPr>
            <a:lvl4pPr lvl="3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C00000"/>
              </a:buClr>
              <a:buSzPts val="1500"/>
              <a:buFont typeface="Lato"/>
              <a:buNone/>
              <a:defRPr sz="1500">
                <a:solidFill>
                  <a:srgbClr val="C00000"/>
                </a:solidFill>
              </a:defRPr>
            </a:lvl4pPr>
            <a:lvl5pPr lvl="4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C00000"/>
              </a:buClr>
              <a:buSzPts val="1500"/>
              <a:buFont typeface="Lato"/>
              <a:buNone/>
              <a:defRPr sz="1500">
                <a:solidFill>
                  <a:srgbClr val="C00000"/>
                </a:solidFill>
              </a:defRPr>
            </a:lvl5pPr>
            <a:lvl6pPr lvl="5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C00000"/>
              </a:buClr>
              <a:buSzPts val="1500"/>
              <a:buFont typeface="Lato"/>
              <a:buNone/>
              <a:defRPr sz="1500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C00000"/>
              </a:buClr>
              <a:buSzPts val="1500"/>
              <a:buFont typeface="Lato"/>
              <a:buNone/>
              <a:defRPr sz="1500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C00000"/>
              </a:buClr>
              <a:buSzPts val="1500"/>
              <a:buFont typeface="Lato"/>
              <a:buNone/>
              <a:defRPr sz="1500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C00000"/>
              </a:buClr>
              <a:buSzPts val="1500"/>
              <a:buFont typeface="Lato"/>
              <a:buNone/>
              <a:defRPr sz="1500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4" name="Google Shape;84;p16"/>
          <p:cNvSpPr txBox="1">
            <a:spLocks noGrp="1"/>
          </p:cNvSpPr>
          <p:nvPr>
            <p:ph type="subTitle" idx="14"/>
          </p:nvPr>
        </p:nvSpPr>
        <p:spPr>
          <a:xfrm>
            <a:off x="6262206" y="3559375"/>
            <a:ext cx="1877400" cy="38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4275" rIns="68575" bIns="3427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3F3F3F"/>
              </a:buClr>
              <a:buSzPts val="1200"/>
              <a:buNone/>
              <a:defRPr>
                <a:solidFill>
                  <a:srgbClr val="3F3F3F"/>
                </a:solidFill>
              </a:defRPr>
            </a:lvl1pPr>
            <a:lvl2pPr lvl="1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300"/>
              <a:buNone/>
              <a:defRPr/>
            </a:lvl2pPr>
            <a:lvl3pPr lvl="2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300"/>
              <a:buNone/>
              <a:defRPr/>
            </a:lvl3pPr>
            <a:lvl4pPr lvl="3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subTitle" idx="15"/>
          </p:nvPr>
        </p:nvSpPr>
        <p:spPr>
          <a:xfrm>
            <a:off x="6252660" y="3229399"/>
            <a:ext cx="2445900" cy="38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4275" rIns="68575" bIns="3427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B83A4B"/>
              </a:buClr>
              <a:buSzPts val="1500"/>
              <a:buNone/>
              <a:defRPr sz="1500">
                <a:solidFill>
                  <a:srgbClr val="B83A4B"/>
                </a:solidFill>
              </a:defRPr>
            </a:lvl1pPr>
            <a:lvl2pPr lvl="1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C00000"/>
              </a:buClr>
              <a:buSzPts val="1500"/>
              <a:buFont typeface="Lato"/>
              <a:buNone/>
              <a:defRPr sz="1500">
                <a:solidFill>
                  <a:srgbClr val="C00000"/>
                </a:solidFill>
              </a:defRPr>
            </a:lvl2pPr>
            <a:lvl3pPr lvl="2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C00000"/>
              </a:buClr>
              <a:buSzPts val="1500"/>
              <a:buFont typeface="Lato"/>
              <a:buNone/>
              <a:defRPr sz="1500">
                <a:solidFill>
                  <a:srgbClr val="C00000"/>
                </a:solidFill>
              </a:defRPr>
            </a:lvl3pPr>
            <a:lvl4pPr lvl="3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C00000"/>
              </a:buClr>
              <a:buSzPts val="1500"/>
              <a:buFont typeface="Lato"/>
              <a:buNone/>
              <a:defRPr sz="1500">
                <a:solidFill>
                  <a:srgbClr val="C00000"/>
                </a:solidFill>
              </a:defRPr>
            </a:lvl4pPr>
            <a:lvl5pPr lvl="4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C00000"/>
              </a:buClr>
              <a:buSzPts val="1500"/>
              <a:buFont typeface="Lato"/>
              <a:buNone/>
              <a:defRPr sz="1500">
                <a:solidFill>
                  <a:srgbClr val="C00000"/>
                </a:solidFill>
              </a:defRPr>
            </a:lvl5pPr>
            <a:lvl6pPr lvl="5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C00000"/>
              </a:buClr>
              <a:buSzPts val="1500"/>
              <a:buFont typeface="Lato"/>
              <a:buNone/>
              <a:defRPr sz="1500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C00000"/>
              </a:buClr>
              <a:buSzPts val="1500"/>
              <a:buFont typeface="Lato"/>
              <a:buNone/>
              <a:defRPr sz="1500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C00000"/>
              </a:buClr>
              <a:buSzPts val="1500"/>
              <a:buFont typeface="Lato"/>
              <a:buNone/>
              <a:defRPr sz="1500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C00000"/>
              </a:buClr>
              <a:buSzPts val="1500"/>
              <a:buFont typeface="Lato"/>
              <a:buNone/>
              <a:defRPr sz="1500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 - 2 Column">
  <p:cSld name="Text Slide - 2 Column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7"/>
          <p:cNvSpPr txBox="1">
            <a:spLocks noGrp="1"/>
          </p:cNvSpPr>
          <p:nvPr>
            <p:ph type="title"/>
          </p:nvPr>
        </p:nvSpPr>
        <p:spPr>
          <a:xfrm>
            <a:off x="600074" y="200026"/>
            <a:ext cx="7947600" cy="47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C1515"/>
              </a:buClr>
              <a:buSzPts val="2400"/>
              <a:buFont typeface="Lato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cxnSp>
        <p:nvCxnSpPr>
          <p:cNvPr id="88" name="Google Shape;88;p17"/>
          <p:cNvCxnSpPr/>
          <p:nvPr/>
        </p:nvCxnSpPr>
        <p:spPr>
          <a:xfrm>
            <a:off x="600075" y="695351"/>
            <a:ext cx="7915200" cy="0"/>
          </a:xfrm>
          <a:prstGeom prst="straightConnector1">
            <a:avLst/>
          </a:prstGeom>
          <a:noFill/>
          <a:ln w="9525" cap="flat" cmpd="sng">
            <a:solidFill>
              <a:srgbClr val="8C151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89" name="Google Shape;89;p17"/>
          <p:cNvSpPr txBox="1">
            <a:spLocks noGrp="1"/>
          </p:cNvSpPr>
          <p:nvPr>
            <p:ph type="sldNum" idx="12"/>
          </p:nvPr>
        </p:nvSpPr>
        <p:spPr>
          <a:xfrm>
            <a:off x="6457950" y="4712118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0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0" name="Google Shape;90;p17"/>
          <p:cNvSpPr txBox="1">
            <a:spLocks noGrp="1"/>
          </p:cNvSpPr>
          <p:nvPr>
            <p:ph type="subTitle" idx="1"/>
          </p:nvPr>
        </p:nvSpPr>
        <p:spPr>
          <a:xfrm>
            <a:off x="600244" y="817575"/>
            <a:ext cx="3881100" cy="33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4275" rIns="68575" bIns="3427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B83A4B"/>
              </a:buClr>
              <a:buSzPts val="1500"/>
              <a:buNone/>
              <a:defRPr sz="1500">
                <a:solidFill>
                  <a:srgbClr val="B83A4B"/>
                </a:solidFill>
              </a:defRPr>
            </a:lvl1pPr>
            <a:lvl2pPr lvl="1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300"/>
              <a:buNone/>
              <a:defRPr/>
            </a:lvl2pPr>
            <a:lvl3pPr lvl="2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300"/>
              <a:buNone/>
              <a:defRPr/>
            </a:lvl3pPr>
            <a:lvl4pPr lvl="3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17"/>
          <p:cNvSpPr txBox="1">
            <a:spLocks noGrp="1"/>
          </p:cNvSpPr>
          <p:nvPr>
            <p:ph type="subTitle" idx="2"/>
          </p:nvPr>
        </p:nvSpPr>
        <p:spPr>
          <a:xfrm>
            <a:off x="4671244" y="817575"/>
            <a:ext cx="3881100" cy="33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4275" rIns="68575" bIns="3427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B83A4B"/>
              </a:buClr>
              <a:buSzPts val="1500"/>
              <a:buNone/>
              <a:defRPr sz="1500">
                <a:solidFill>
                  <a:srgbClr val="B83A4B"/>
                </a:solidFill>
              </a:defRPr>
            </a:lvl1pPr>
            <a:lvl2pPr lvl="1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300"/>
              <a:buNone/>
              <a:defRPr/>
            </a:lvl2pPr>
            <a:lvl3pPr lvl="2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300"/>
              <a:buNone/>
              <a:defRPr/>
            </a:lvl3pPr>
            <a:lvl4pPr lvl="3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7"/>
          <p:cNvSpPr txBox="1">
            <a:spLocks noGrp="1"/>
          </p:cNvSpPr>
          <p:nvPr>
            <p:ph type="body" idx="3"/>
          </p:nvPr>
        </p:nvSpPr>
        <p:spPr>
          <a:xfrm>
            <a:off x="600075" y="1134046"/>
            <a:ext cx="3674400" cy="333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4275" rIns="68575" bIns="34275" anchor="t" anchorCtr="0">
            <a:noAutofit/>
          </a:bodyPr>
          <a:lstStyle>
            <a:lvl1pPr marL="457200" lvl="0" indent="-228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Lato"/>
              <a:buNone/>
              <a:defRPr>
                <a:solidFill>
                  <a:srgbClr val="3F3F3F"/>
                </a:solidFill>
              </a:defRPr>
            </a:lvl1pPr>
            <a:lvl2pPr marL="914400" lvl="1" indent="-31115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300"/>
              <a:buChar char="●"/>
              <a:defRPr>
                <a:solidFill>
                  <a:srgbClr val="3F3F3F"/>
                </a:solidFill>
              </a:defRPr>
            </a:lvl2pPr>
            <a:lvl3pPr marL="1371600" lvl="2" indent="-31115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300"/>
              <a:buChar char="○"/>
              <a:defRPr>
                <a:solidFill>
                  <a:srgbClr val="3F3F3F"/>
                </a:solidFill>
              </a:defRPr>
            </a:lvl3pPr>
            <a:lvl4pPr marL="1828800" lvl="3" indent="-3048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200"/>
              <a:buChar char="■"/>
              <a:defRPr>
                <a:solidFill>
                  <a:srgbClr val="3F3F3F"/>
                </a:solidFill>
              </a:defRPr>
            </a:lvl4pPr>
            <a:lvl5pPr marL="2286000" lvl="4" indent="-3048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200"/>
              <a:buChar char="●"/>
              <a:defRPr>
                <a:solidFill>
                  <a:srgbClr val="3F3F3F"/>
                </a:solidFill>
              </a:defRPr>
            </a:lvl5pPr>
            <a:lvl6pPr marL="2743200" lvl="5" indent="-28575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900"/>
              <a:buFont typeface="Lato"/>
              <a:buChar char="●"/>
              <a:defRPr sz="900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28575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900"/>
              <a:buFont typeface="Lato"/>
              <a:buChar char="●"/>
              <a:defRPr sz="900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28575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900"/>
              <a:buFont typeface="Lato"/>
              <a:buChar char="●"/>
              <a:defRPr sz="900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28575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900"/>
              <a:buFont typeface="Lato"/>
              <a:buChar char="●"/>
              <a:defRPr sz="900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93" name="Google Shape;93;p17"/>
          <p:cNvSpPr txBox="1">
            <a:spLocks noGrp="1"/>
          </p:cNvSpPr>
          <p:nvPr>
            <p:ph type="body" idx="4"/>
          </p:nvPr>
        </p:nvSpPr>
        <p:spPr>
          <a:xfrm>
            <a:off x="4676869" y="1134046"/>
            <a:ext cx="3881100" cy="333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4275" rIns="68575" bIns="34275" anchor="t" anchorCtr="0">
            <a:noAutofit/>
          </a:bodyPr>
          <a:lstStyle>
            <a:lvl1pPr marL="457200" lvl="0" indent="-228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Lato"/>
              <a:buNone/>
              <a:defRPr>
                <a:solidFill>
                  <a:srgbClr val="3F3F3F"/>
                </a:solidFill>
              </a:defRPr>
            </a:lvl1pPr>
            <a:lvl2pPr marL="914400" lvl="1" indent="-31115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300"/>
              <a:buChar char="●"/>
              <a:defRPr>
                <a:solidFill>
                  <a:srgbClr val="3F3F3F"/>
                </a:solidFill>
              </a:defRPr>
            </a:lvl2pPr>
            <a:lvl3pPr marL="1371600" lvl="2" indent="-31115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300"/>
              <a:buChar char="○"/>
              <a:defRPr>
                <a:solidFill>
                  <a:srgbClr val="3F3F3F"/>
                </a:solidFill>
              </a:defRPr>
            </a:lvl3pPr>
            <a:lvl4pPr marL="1828800" lvl="3" indent="-3048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200"/>
              <a:buChar char="■"/>
              <a:defRPr>
                <a:solidFill>
                  <a:srgbClr val="3F3F3F"/>
                </a:solidFill>
              </a:defRPr>
            </a:lvl4pPr>
            <a:lvl5pPr marL="2286000" lvl="4" indent="-3048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200"/>
              <a:buChar char="●"/>
              <a:defRPr>
                <a:solidFill>
                  <a:srgbClr val="3F3F3F"/>
                </a:solidFill>
              </a:defRPr>
            </a:lvl5pPr>
            <a:lvl6pPr marL="2743200" lvl="5" indent="-28575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900"/>
              <a:buFont typeface="Lato"/>
              <a:buChar char="●"/>
              <a:defRPr sz="900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28575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900"/>
              <a:buFont typeface="Lato"/>
              <a:buChar char="●"/>
              <a:defRPr sz="900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28575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900"/>
              <a:buFont typeface="Lato"/>
              <a:buChar char="●"/>
              <a:defRPr sz="900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28575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900"/>
              <a:buFont typeface="Lato"/>
              <a:buChar char="●"/>
              <a:defRPr sz="900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94" name="Google Shape;94;p17"/>
          <p:cNvSpPr txBox="1">
            <a:spLocks noGrp="1"/>
          </p:cNvSpPr>
          <p:nvPr>
            <p:ph type="subTitle" idx="5"/>
          </p:nvPr>
        </p:nvSpPr>
        <p:spPr>
          <a:xfrm>
            <a:off x="1225753" y="4767591"/>
            <a:ext cx="3157500" cy="16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4275" rIns="68575" bIns="34275" anchor="ctr" anchorCtr="0">
            <a:noAutofit/>
          </a:bodyPr>
          <a:lstStyle>
            <a:lvl1pPr lv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800"/>
              <a:buNone/>
              <a:defRPr sz="800"/>
            </a:lvl1pPr>
            <a:lvl2pPr lvl="1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800"/>
              <a:buNone/>
              <a:defRPr sz="800"/>
            </a:lvl2pPr>
            <a:lvl3pPr lvl="2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800"/>
              <a:buNone/>
              <a:defRPr sz="800"/>
            </a:lvl3pPr>
            <a:lvl4pPr lvl="3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800"/>
              <a:buNone/>
              <a:defRPr sz="800"/>
            </a:lvl4pPr>
            <a:lvl5pPr lvl="4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800"/>
              <a:buNone/>
              <a:defRPr sz="800"/>
            </a:lvl5pPr>
            <a:lvl6pPr lvl="5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800"/>
              <a:buNone/>
              <a:defRPr sz="800"/>
            </a:lvl6pPr>
            <a:lvl7pPr lvl="6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800"/>
              <a:buNone/>
              <a:defRPr sz="800"/>
            </a:lvl7pPr>
            <a:lvl8pPr lvl="7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800"/>
              <a:buNone/>
              <a:defRPr sz="800"/>
            </a:lvl8pPr>
            <a:lvl9pPr lvl="8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800"/>
              <a:buNone/>
              <a:defRPr sz="800"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382">
          <p15:clr>
            <a:srgbClr val="FBAE40"/>
          </p15:clr>
        </p15:guide>
        <p15:guide id="2" orient="horz" pos="666">
          <p15:clr>
            <a:srgbClr val="FBAE40"/>
          </p15:clr>
        </p15:guide>
        <p15:guide id="3" orient="horz" pos="2862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hoto Slide - One Image">
  <p:cSld name="Photo Slide - One Image">
    <p:bg>
      <p:bgPr>
        <a:solidFill>
          <a:schemeClr val="lt1"/>
        </a:solidFill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8"/>
          <p:cNvSpPr>
            <a:spLocks noGrp="1"/>
          </p:cNvSpPr>
          <p:nvPr>
            <p:ph type="pic" idx="2"/>
          </p:nvPr>
        </p:nvSpPr>
        <p:spPr>
          <a:xfrm>
            <a:off x="600075" y="830716"/>
            <a:ext cx="5197500" cy="3712800"/>
          </a:xfrm>
          <a:prstGeom prst="rect">
            <a:avLst/>
          </a:prstGeom>
          <a:noFill/>
          <a:ln>
            <a:noFill/>
          </a:ln>
        </p:spPr>
      </p:sp>
      <p:sp>
        <p:nvSpPr>
          <p:cNvPr id="97" name="Google Shape;97;p18"/>
          <p:cNvSpPr txBox="1">
            <a:spLocks noGrp="1"/>
          </p:cNvSpPr>
          <p:nvPr>
            <p:ph type="sldNum" idx="12"/>
          </p:nvPr>
        </p:nvSpPr>
        <p:spPr>
          <a:xfrm>
            <a:off x="6457950" y="4712118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0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8" name="Google Shape;98;p18"/>
          <p:cNvSpPr txBox="1">
            <a:spLocks noGrp="1"/>
          </p:cNvSpPr>
          <p:nvPr>
            <p:ph type="title"/>
          </p:nvPr>
        </p:nvSpPr>
        <p:spPr>
          <a:xfrm>
            <a:off x="600074" y="200026"/>
            <a:ext cx="7947600" cy="47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C1515"/>
              </a:buClr>
              <a:buSzPts val="2400"/>
              <a:buFont typeface="Lato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cxnSp>
        <p:nvCxnSpPr>
          <p:cNvPr id="99" name="Google Shape;99;p18"/>
          <p:cNvCxnSpPr/>
          <p:nvPr/>
        </p:nvCxnSpPr>
        <p:spPr>
          <a:xfrm>
            <a:off x="600075" y="695351"/>
            <a:ext cx="7915200" cy="0"/>
          </a:xfrm>
          <a:prstGeom prst="straightConnector1">
            <a:avLst/>
          </a:prstGeom>
          <a:noFill/>
          <a:ln w="9525" cap="flat" cmpd="sng">
            <a:solidFill>
              <a:srgbClr val="8C151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00" name="Google Shape;100;p18"/>
          <p:cNvSpPr txBox="1">
            <a:spLocks noGrp="1"/>
          </p:cNvSpPr>
          <p:nvPr>
            <p:ph type="subTitle" idx="1"/>
          </p:nvPr>
        </p:nvSpPr>
        <p:spPr>
          <a:xfrm>
            <a:off x="5971425" y="827925"/>
            <a:ext cx="2544000" cy="42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4275" rIns="68575" bIns="3427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B83A4B"/>
              </a:buClr>
              <a:buSzPts val="1500"/>
              <a:buNone/>
              <a:defRPr sz="1500">
                <a:solidFill>
                  <a:srgbClr val="B83A4B"/>
                </a:solidFill>
              </a:defRPr>
            </a:lvl1pPr>
            <a:lvl2pPr lvl="1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300"/>
              <a:buNone/>
              <a:defRPr/>
            </a:lvl2pPr>
            <a:lvl3pPr lvl="2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300"/>
              <a:buNone/>
              <a:defRPr/>
            </a:lvl3pPr>
            <a:lvl4pPr lvl="3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18"/>
          <p:cNvSpPr txBox="1">
            <a:spLocks noGrp="1"/>
          </p:cNvSpPr>
          <p:nvPr>
            <p:ph type="subTitle" idx="3"/>
          </p:nvPr>
        </p:nvSpPr>
        <p:spPr>
          <a:xfrm>
            <a:off x="5979183" y="1163690"/>
            <a:ext cx="2707500" cy="47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4275" rIns="68575" bIns="3427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300"/>
              <a:buNone/>
              <a:defRPr/>
            </a:lvl2pPr>
            <a:lvl3pPr lvl="2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300"/>
              <a:buNone/>
              <a:defRPr/>
            </a:lvl3pPr>
            <a:lvl4pPr lvl="3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18"/>
          <p:cNvSpPr txBox="1">
            <a:spLocks noGrp="1"/>
          </p:cNvSpPr>
          <p:nvPr>
            <p:ph type="subTitle" idx="4"/>
          </p:nvPr>
        </p:nvSpPr>
        <p:spPr>
          <a:xfrm>
            <a:off x="1225753" y="4767591"/>
            <a:ext cx="3157500" cy="16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4275" rIns="68575" bIns="34275" anchor="ctr" anchorCtr="0">
            <a:noAutofit/>
          </a:bodyPr>
          <a:lstStyle>
            <a:lvl1pPr lv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800"/>
              <a:buNone/>
              <a:defRPr sz="800"/>
            </a:lvl1pPr>
            <a:lvl2pPr lvl="1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800"/>
              <a:buNone/>
              <a:defRPr sz="800"/>
            </a:lvl2pPr>
            <a:lvl3pPr lvl="2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800"/>
              <a:buNone/>
              <a:defRPr sz="800"/>
            </a:lvl3pPr>
            <a:lvl4pPr lvl="3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800"/>
              <a:buNone/>
              <a:defRPr sz="800"/>
            </a:lvl4pPr>
            <a:lvl5pPr lvl="4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800"/>
              <a:buNone/>
              <a:defRPr sz="800"/>
            </a:lvl5pPr>
            <a:lvl6pPr lvl="5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800"/>
              <a:buNone/>
              <a:defRPr sz="800"/>
            </a:lvl6pPr>
            <a:lvl7pPr lvl="6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800"/>
              <a:buNone/>
              <a:defRPr sz="800"/>
            </a:lvl7pPr>
            <a:lvl8pPr lvl="7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800"/>
              <a:buNone/>
              <a:defRPr sz="800"/>
            </a:lvl8pPr>
            <a:lvl9pPr lvl="8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800"/>
              <a:buNone/>
              <a:defRPr sz="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hoto Slide - One Image 1">
  <p:cSld name="Photo Slide - One Image_1">
    <p:bg>
      <p:bgPr>
        <a:solidFill>
          <a:schemeClr val="lt1"/>
        </a:solidFill>
        <a:effectLst/>
      </p:bgPr>
    </p:bg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9"/>
          <p:cNvSpPr>
            <a:spLocks noGrp="1"/>
          </p:cNvSpPr>
          <p:nvPr>
            <p:ph type="pic" idx="2"/>
          </p:nvPr>
        </p:nvSpPr>
        <p:spPr>
          <a:xfrm>
            <a:off x="3317850" y="830716"/>
            <a:ext cx="5197500" cy="3712800"/>
          </a:xfrm>
          <a:prstGeom prst="rect">
            <a:avLst/>
          </a:prstGeom>
          <a:noFill/>
          <a:ln>
            <a:noFill/>
          </a:ln>
        </p:spPr>
      </p:sp>
      <p:sp>
        <p:nvSpPr>
          <p:cNvPr id="105" name="Google Shape;105;p19"/>
          <p:cNvSpPr txBox="1">
            <a:spLocks noGrp="1"/>
          </p:cNvSpPr>
          <p:nvPr>
            <p:ph type="sldNum" idx="12"/>
          </p:nvPr>
        </p:nvSpPr>
        <p:spPr>
          <a:xfrm>
            <a:off x="6457950" y="4712118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0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6" name="Google Shape;106;p19"/>
          <p:cNvSpPr txBox="1">
            <a:spLocks noGrp="1"/>
          </p:cNvSpPr>
          <p:nvPr>
            <p:ph type="title"/>
          </p:nvPr>
        </p:nvSpPr>
        <p:spPr>
          <a:xfrm>
            <a:off x="600074" y="200026"/>
            <a:ext cx="7947600" cy="47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C1515"/>
              </a:buClr>
              <a:buSzPts val="2400"/>
              <a:buFont typeface="Lato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cxnSp>
        <p:nvCxnSpPr>
          <p:cNvPr id="107" name="Google Shape;107;p19"/>
          <p:cNvCxnSpPr/>
          <p:nvPr/>
        </p:nvCxnSpPr>
        <p:spPr>
          <a:xfrm>
            <a:off x="600075" y="695351"/>
            <a:ext cx="7915200" cy="0"/>
          </a:xfrm>
          <a:prstGeom prst="straightConnector1">
            <a:avLst/>
          </a:prstGeom>
          <a:noFill/>
          <a:ln w="9525" cap="flat" cmpd="sng">
            <a:solidFill>
              <a:srgbClr val="8C151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08" name="Google Shape;108;p19"/>
          <p:cNvSpPr txBox="1">
            <a:spLocks noGrp="1"/>
          </p:cNvSpPr>
          <p:nvPr>
            <p:ph type="subTitle" idx="1"/>
          </p:nvPr>
        </p:nvSpPr>
        <p:spPr>
          <a:xfrm>
            <a:off x="600075" y="2282166"/>
            <a:ext cx="2544000" cy="42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4275" rIns="68575" bIns="3427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B83A4B"/>
              </a:buClr>
              <a:buSzPts val="1500"/>
              <a:buNone/>
              <a:defRPr sz="1500">
                <a:solidFill>
                  <a:srgbClr val="B83A4B"/>
                </a:solidFill>
              </a:defRPr>
            </a:lvl1pPr>
            <a:lvl2pPr lvl="1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300"/>
              <a:buNone/>
              <a:defRPr/>
            </a:lvl2pPr>
            <a:lvl3pPr lvl="2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300"/>
              <a:buNone/>
              <a:defRPr/>
            </a:lvl3pPr>
            <a:lvl4pPr lvl="3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19"/>
          <p:cNvSpPr txBox="1">
            <a:spLocks noGrp="1"/>
          </p:cNvSpPr>
          <p:nvPr>
            <p:ph type="subTitle" idx="3"/>
          </p:nvPr>
        </p:nvSpPr>
        <p:spPr>
          <a:xfrm>
            <a:off x="607833" y="2617931"/>
            <a:ext cx="2707500" cy="47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4275" rIns="68575" bIns="3427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300"/>
              <a:buNone/>
              <a:defRPr/>
            </a:lvl2pPr>
            <a:lvl3pPr lvl="2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300"/>
              <a:buNone/>
              <a:defRPr/>
            </a:lvl3pPr>
            <a:lvl4pPr lvl="3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19"/>
          <p:cNvSpPr txBox="1">
            <a:spLocks noGrp="1"/>
          </p:cNvSpPr>
          <p:nvPr>
            <p:ph type="subTitle" idx="4"/>
          </p:nvPr>
        </p:nvSpPr>
        <p:spPr>
          <a:xfrm>
            <a:off x="1225753" y="4767591"/>
            <a:ext cx="3157500" cy="16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4275" rIns="68575" bIns="34275" anchor="ctr" anchorCtr="0">
            <a:noAutofit/>
          </a:bodyPr>
          <a:lstStyle>
            <a:lvl1pPr lv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800"/>
              <a:buNone/>
              <a:defRPr sz="800"/>
            </a:lvl1pPr>
            <a:lvl2pPr lvl="1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800"/>
              <a:buNone/>
              <a:defRPr sz="800"/>
            </a:lvl2pPr>
            <a:lvl3pPr lvl="2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800"/>
              <a:buNone/>
              <a:defRPr sz="800"/>
            </a:lvl3pPr>
            <a:lvl4pPr lvl="3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800"/>
              <a:buNone/>
              <a:defRPr sz="800"/>
            </a:lvl4pPr>
            <a:lvl5pPr lvl="4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800"/>
              <a:buNone/>
              <a:defRPr sz="800"/>
            </a:lvl5pPr>
            <a:lvl6pPr lvl="5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800"/>
              <a:buNone/>
              <a:defRPr sz="800"/>
            </a:lvl6pPr>
            <a:lvl7pPr lvl="6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800"/>
              <a:buNone/>
              <a:defRPr sz="800"/>
            </a:lvl7pPr>
            <a:lvl8pPr lvl="7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800"/>
              <a:buNone/>
              <a:defRPr sz="800"/>
            </a:lvl8pPr>
            <a:lvl9pPr lvl="8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800"/>
              <a:buNone/>
              <a:defRPr sz="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hoto Slide - 2 Images">
  <p:cSld name="Photo Slide - 2 Images">
    <p:bg>
      <p:bgPr>
        <a:solidFill>
          <a:schemeClr val="lt1"/>
        </a:solidFill>
        <a:effectLst/>
      </p:bgPr>
    </p:bg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0"/>
          <p:cNvSpPr>
            <a:spLocks noGrp="1"/>
          </p:cNvSpPr>
          <p:nvPr>
            <p:ph type="pic" idx="2"/>
          </p:nvPr>
        </p:nvSpPr>
        <p:spPr>
          <a:xfrm>
            <a:off x="600075" y="830717"/>
            <a:ext cx="3857400" cy="2392500"/>
          </a:xfrm>
          <a:prstGeom prst="rect">
            <a:avLst/>
          </a:prstGeom>
          <a:noFill/>
          <a:ln>
            <a:noFill/>
          </a:ln>
        </p:spPr>
      </p:sp>
      <p:sp>
        <p:nvSpPr>
          <p:cNvPr id="113" name="Google Shape;113;p20"/>
          <p:cNvSpPr>
            <a:spLocks noGrp="1"/>
          </p:cNvSpPr>
          <p:nvPr>
            <p:ph type="pic" idx="3"/>
          </p:nvPr>
        </p:nvSpPr>
        <p:spPr>
          <a:xfrm>
            <a:off x="4672454" y="830715"/>
            <a:ext cx="3843000" cy="2392500"/>
          </a:xfrm>
          <a:prstGeom prst="rect">
            <a:avLst/>
          </a:prstGeom>
          <a:noFill/>
          <a:ln>
            <a:noFill/>
          </a:ln>
        </p:spPr>
      </p:sp>
      <p:sp>
        <p:nvSpPr>
          <p:cNvPr id="114" name="Google Shape;114;p20"/>
          <p:cNvSpPr txBox="1">
            <a:spLocks noGrp="1"/>
          </p:cNvSpPr>
          <p:nvPr>
            <p:ph type="sldNum" idx="12"/>
          </p:nvPr>
        </p:nvSpPr>
        <p:spPr>
          <a:xfrm>
            <a:off x="6457950" y="4712118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0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5" name="Google Shape;115;p20"/>
          <p:cNvSpPr txBox="1">
            <a:spLocks noGrp="1"/>
          </p:cNvSpPr>
          <p:nvPr>
            <p:ph type="title"/>
          </p:nvPr>
        </p:nvSpPr>
        <p:spPr>
          <a:xfrm>
            <a:off x="600074" y="200026"/>
            <a:ext cx="7947600" cy="47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C1515"/>
              </a:buClr>
              <a:buSzPts val="2400"/>
              <a:buFont typeface="Lato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cxnSp>
        <p:nvCxnSpPr>
          <p:cNvPr id="116" name="Google Shape;116;p20"/>
          <p:cNvCxnSpPr/>
          <p:nvPr/>
        </p:nvCxnSpPr>
        <p:spPr>
          <a:xfrm>
            <a:off x="600075" y="695351"/>
            <a:ext cx="7915200" cy="0"/>
          </a:xfrm>
          <a:prstGeom prst="straightConnector1">
            <a:avLst/>
          </a:prstGeom>
          <a:noFill/>
          <a:ln w="9525" cap="flat" cmpd="sng">
            <a:solidFill>
              <a:srgbClr val="8C151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17" name="Google Shape;117;p20"/>
          <p:cNvSpPr txBox="1">
            <a:spLocks noGrp="1"/>
          </p:cNvSpPr>
          <p:nvPr>
            <p:ph type="subTitle" idx="1"/>
          </p:nvPr>
        </p:nvSpPr>
        <p:spPr>
          <a:xfrm>
            <a:off x="1225753" y="4767591"/>
            <a:ext cx="3157500" cy="16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4275" rIns="68575" bIns="34275" anchor="ctr" anchorCtr="0">
            <a:noAutofit/>
          </a:bodyPr>
          <a:lstStyle>
            <a:lvl1pPr lv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800"/>
              <a:buNone/>
              <a:defRPr sz="800"/>
            </a:lvl1pPr>
            <a:lvl2pPr lvl="1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800"/>
              <a:buNone/>
              <a:defRPr sz="800"/>
            </a:lvl2pPr>
            <a:lvl3pPr lvl="2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800"/>
              <a:buNone/>
              <a:defRPr sz="800"/>
            </a:lvl3pPr>
            <a:lvl4pPr lvl="3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800"/>
              <a:buNone/>
              <a:defRPr sz="800"/>
            </a:lvl4pPr>
            <a:lvl5pPr lvl="4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800"/>
              <a:buNone/>
              <a:defRPr sz="800"/>
            </a:lvl5pPr>
            <a:lvl6pPr lvl="5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800"/>
              <a:buNone/>
              <a:defRPr sz="800"/>
            </a:lvl6pPr>
            <a:lvl7pPr lvl="6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800"/>
              <a:buNone/>
              <a:defRPr sz="800"/>
            </a:lvl7pPr>
            <a:lvl8pPr lvl="7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800"/>
              <a:buNone/>
              <a:defRPr sz="800"/>
            </a:lvl8pPr>
            <a:lvl9pPr lvl="8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118" name="Google Shape;118;p20"/>
          <p:cNvSpPr txBox="1">
            <a:spLocks noGrp="1"/>
          </p:cNvSpPr>
          <p:nvPr>
            <p:ph type="subTitle" idx="4"/>
          </p:nvPr>
        </p:nvSpPr>
        <p:spPr>
          <a:xfrm>
            <a:off x="603356" y="3685351"/>
            <a:ext cx="3846300" cy="47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4275" rIns="68575" bIns="3427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300"/>
              <a:buNone/>
              <a:defRPr/>
            </a:lvl2pPr>
            <a:lvl3pPr lvl="2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300"/>
              <a:buNone/>
              <a:defRPr/>
            </a:lvl3pPr>
            <a:lvl4pPr lvl="3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/>
            </a:lvl9pPr>
          </a:lstStyle>
          <a:p>
            <a:endParaRPr/>
          </a:p>
        </p:txBody>
      </p:sp>
      <p:sp>
        <p:nvSpPr>
          <p:cNvPr id="119" name="Google Shape;119;p20"/>
          <p:cNvSpPr txBox="1">
            <a:spLocks noGrp="1"/>
          </p:cNvSpPr>
          <p:nvPr>
            <p:ph type="subTitle" idx="5"/>
          </p:nvPr>
        </p:nvSpPr>
        <p:spPr>
          <a:xfrm>
            <a:off x="592334" y="3339306"/>
            <a:ext cx="3846300" cy="47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4275" rIns="68575" bIns="3427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B83A4B"/>
              </a:buClr>
              <a:buSzPts val="1500"/>
              <a:buNone/>
              <a:defRPr sz="1500">
                <a:solidFill>
                  <a:srgbClr val="B83A4B"/>
                </a:solidFill>
              </a:defRPr>
            </a:lvl1pPr>
            <a:lvl2pPr lvl="1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B83A4B"/>
                </a:solidFill>
              </a:defRPr>
            </a:lvl2pPr>
            <a:lvl3pPr lvl="2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B83A4B"/>
                </a:solidFill>
              </a:defRPr>
            </a:lvl3pPr>
            <a:lvl4pPr lvl="3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B83A4B"/>
                </a:solidFill>
              </a:defRPr>
            </a:lvl4pPr>
            <a:lvl5pPr lvl="4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B83A4B"/>
                </a:solidFill>
              </a:defRPr>
            </a:lvl5pPr>
            <a:lvl6pPr lvl="5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B83A4B"/>
                </a:solidFill>
              </a:defRPr>
            </a:lvl6pPr>
            <a:lvl7pPr lvl="6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B83A4B"/>
                </a:solidFill>
              </a:defRPr>
            </a:lvl7pPr>
            <a:lvl8pPr lvl="7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B83A4B"/>
                </a:solidFill>
              </a:defRPr>
            </a:lvl8pPr>
            <a:lvl9pPr lvl="8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B83A4B"/>
                </a:solidFill>
              </a:defRPr>
            </a:lvl9pPr>
          </a:lstStyle>
          <a:p>
            <a:endParaRPr/>
          </a:p>
        </p:txBody>
      </p:sp>
      <p:sp>
        <p:nvSpPr>
          <p:cNvPr id="120" name="Google Shape;120;p20"/>
          <p:cNvSpPr txBox="1">
            <a:spLocks noGrp="1"/>
          </p:cNvSpPr>
          <p:nvPr>
            <p:ph type="subTitle" idx="6"/>
          </p:nvPr>
        </p:nvSpPr>
        <p:spPr>
          <a:xfrm>
            <a:off x="4676230" y="3685351"/>
            <a:ext cx="3846300" cy="47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4275" rIns="68575" bIns="3427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300"/>
              <a:buNone/>
              <a:defRPr/>
            </a:lvl2pPr>
            <a:lvl3pPr lvl="2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300"/>
              <a:buNone/>
              <a:defRPr/>
            </a:lvl3pPr>
            <a:lvl4pPr lvl="3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20"/>
          <p:cNvSpPr txBox="1">
            <a:spLocks noGrp="1"/>
          </p:cNvSpPr>
          <p:nvPr>
            <p:ph type="subTitle" idx="7"/>
          </p:nvPr>
        </p:nvSpPr>
        <p:spPr>
          <a:xfrm>
            <a:off x="4665209" y="3339306"/>
            <a:ext cx="3846300" cy="47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4275" rIns="68575" bIns="3427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B83A4B"/>
              </a:buClr>
              <a:buSzPts val="1500"/>
              <a:buNone/>
              <a:defRPr sz="1500">
                <a:solidFill>
                  <a:srgbClr val="B83A4B"/>
                </a:solidFill>
              </a:defRPr>
            </a:lvl1pPr>
            <a:lvl2pPr lvl="1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B83A4B"/>
                </a:solidFill>
              </a:defRPr>
            </a:lvl2pPr>
            <a:lvl3pPr lvl="2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B83A4B"/>
                </a:solidFill>
              </a:defRPr>
            </a:lvl3pPr>
            <a:lvl4pPr lvl="3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B83A4B"/>
                </a:solidFill>
              </a:defRPr>
            </a:lvl4pPr>
            <a:lvl5pPr lvl="4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B83A4B"/>
                </a:solidFill>
              </a:defRPr>
            </a:lvl5pPr>
            <a:lvl6pPr lvl="5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B83A4B"/>
                </a:solidFill>
              </a:defRPr>
            </a:lvl6pPr>
            <a:lvl7pPr lvl="6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B83A4B"/>
                </a:solidFill>
              </a:defRPr>
            </a:lvl7pPr>
            <a:lvl8pPr lvl="7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B83A4B"/>
                </a:solidFill>
              </a:defRPr>
            </a:lvl8pPr>
            <a:lvl9pPr lvl="8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B83A4B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Slide - 3 Columns">
  <p:cSld name="Content Slide - 3 Columns">
    <p:bg>
      <p:bgPr>
        <a:solidFill>
          <a:schemeClr val="lt1"/>
        </a:solidFill>
        <a:effectLst/>
      </p:bgPr>
    </p:bg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1"/>
          <p:cNvSpPr>
            <a:spLocks noGrp="1"/>
          </p:cNvSpPr>
          <p:nvPr>
            <p:ph type="pic" idx="2"/>
          </p:nvPr>
        </p:nvSpPr>
        <p:spPr>
          <a:xfrm>
            <a:off x="6002475" y="815700"/>
            <a:ext cx="2526000" cy="2126100"/>
          </a:xfrm>
          <a:prstGeom prst="rect">
            <a:avLst/>
          </a:prstGeom>
          <a:noFill/>
          <a:ln>
            <a:noFill/>
          </a:ln>
        </p:spPr>
      </p:sp>
      <p:sp>
        <p:nvSpPr>
          <p:cNvPr id="124" name="Google Shape;124;p21"/>
          <p:cNvSpPr>
            <a:spLocks noGrp="1"/>
          </p:cNvSpPr>
          <p:nvPr>
            <p:ph type="pic" idx="3"/>
          </p:nvPr>
        </p:nvSpPr>
        <p:spPr>
          <a:xfrm>
            <a:off x="3301369" y="815700"/>
            <a:ext cx="2526000" cy="2126100"/>
          </a:xfrm>
          <a:prstGeom prst="rect">
            <a:avLst/>
          </a:prstGeom>
          <a:noFill/>
          <a:ln>
            <a:noFill/>
          </a:ln>
        </p:spPr>
      </p:sp>
      <p:sp>
        <p:nvSpPr>
          <p:cNvPr id="125" name="Google Shape;125;p21"/>
          <p:cNvSpPr>
            <a:spLocks noGrp="1"/>
          </p:cNvSpPr>
          <p:nvPr>
            <p:ph type="pic" idx="4"/>
          </p:nvPr>
        </p:nvSpPr>
        <p:spPr>
          <a:xfrm>
            <a:off x="600244" y="815700"/>
            <a:ext cx="2526000" cy="2126100"/>
          </a:xfrm>
          <a:prstGeom prst="rect">
            <a:avLst/>
          </a:prstGeom>
          <a:noFill/>
          <a:ln>
            <a:noFill/>
          </a:ln>
        </p:spPr>
      </p:sp>
      <p:sp>
        <p:nvSpPr>
          <p:cNvPr id="126" name="Google Shape;126;p21"/>
          <p:cNvSpPr txBox="1">
            <a:spLocks noGrp="1"/>
          </p:cNvSpPr>
          <p:nvPr>
            <p:ph type="sldNum" idx="12"/>
          </p:nvPr>
        </p:nvSpPr>
        <p:spPr>
          <a:xfrm>
            <a:off x="6457950" y="4712118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0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7" name="Google Shape;127;p21"/>
          <p:cNvSpPr txBox="1">
            <a:spLocks noGrp="1"/>
          </p:cNvSpPr>
          <p:nvPr>
            <p:ph type="title"/>
          </p:nvPr>
        </p:nvSpPr>
        <p:spPr>
          <a:xfrm>
            <a:off x="600074" y="200026"/>
            <a:ext cx="7947600" cy="47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C1515"/>
              </a:buClr>
              <a:buSzPts val="2400"/>
              <a:buFont typeface="Lato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cxnSp>
        <p:nvCxnSpPr>
          <p:cNvPr id="128" name="Google Shape;128;p21"/>
          <p:cNvCxnSpPr/>
          <p:nvPr/>
        </p:nvCxnSpPr>
        <p:spPr>
          <a:xfrm>
            <a:off x="600075" y="695351"/>
            <a:ext cx="7915200" cy="0"/>
          </a:xfrm>
          <a:prstGeom prst="straightConnector1">
            <a:avLst/>
          </a:prstGeom>
          <a:noFill/>
          <a:ln w="9525" cap="flat" cmpd="sng">
            <a:solidFill>
              <a:srgbClr val="8C151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29" name="Google Shape;129;p21"/>
          <p:cNvSpPr txBox="1">
            <a:spLocks noGrp="1"/>
          </p:cNvSpPr>
          <p:nvPr>
            <p:ph type="subTitle" idx="1"/>
          </p:nvPr>
        </p:nvSpPr>
        <p:spPr>
          <a:xfrm>
            <a:off x="1225753" y="4767591"/>
            <a:ext cx="3157500" cy="16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4275" rIns="68575" bIns="34275" anchor="ctr" anchorCtr="0">
            <a:noAutofit/>
          </a:bodyPr>
          <a:lstStyle>
            <a:lvl1pPr lv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800"/>
              <a:buNone/>
              <a:defRPr sz="800"/>
            </a:lvl1pPr>
            <a:lvl2pPr lvl="1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800"/>
              <a:buNone/>
              <a:defRPr sz="800"/>
            </a:lvl2pPr>
            <a:lvl3pPr lvl="2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800"/>
              <a:buNone/>
              <a:defRPr sz="800"/>
            </a:lvl3pPr>
            <a:lvl4pPr lvl="3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800"/>
              <a:buNone/>
              <a:defRPr sz="800"/>
            </a:lvl4pPr>
            <a:lvl5pPr lvl="4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800"/>
              <a:buNone/>
              <a:defRPr sz="800"/>
            </a:lvl5pPr>
            <a:lvl6pPr lvl="5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800"/>
              <a:buNone/>
              <a:defRPr sz="800"/>
            </a:lvl6pPr>
            <a:lvl7pPr lvl="6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800"/>
              <a:buNone/>
              <a:defRPr sz="800"/>
            </a:lvl7pPr>
            <a:lvl8pPr lvl="7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800"/>
              <a:buNone/>
              <a:defRPr sz="800"/>
            </a:lvl8pPr>
            <a:lvl9pPr lvl="8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130" name="Google Shape;130;p21"/>
          <p:cNvSpPr txBox="1">
            <a:spLocks noGrp="1"/>
          </p:cNvSpPr>
          <p:nvPr>
            <p:ph type="subTitle" idx="5"/>
          </p:nvPr>
        </p:nvSpPr>
        <p:spPr>
          <a:xfrm>
            <a:off x="592500" y="3398302"/>
            <a:ext cx="2707500" cy="47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4275" rIns="68575" bIns="3427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300"/>
              <a:buNone/>
              <a:defRPr/>
            </a:lvl2pPr>
            <a:lvl3pPr lvl="2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300"/>
              <a:buNone/>
              <a:defRPr/>
            </a:lvl3pPr>
            <a:lvl4pPr lvl="3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p21"/>
          <p:cNvSpPr txBox="1">
            <a:spLocks noGrp="1"/>
          </p:cNvSpPr>
          <p:nvPr>
            <p:ph type="subTitle" idx="6"/>
          </p:nvPr>
        </p:nvSpPr>
        <p:spPr>
          <a:xfrm>
            <a:off x="592324" y="3052257"/>
            <a:ext cx="2707500" cy="47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4275" rIns="68575" bIns="3427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B83A4B"/>
              </a:buClr>
              <a:buSzPts val="1500"/>
              <a:buNone/>
              <a:defRPr sz="1500">
                <a:solidFill>
                  <a:srgbClr val="B83A4B"/>
                </a:solidFill>
              </a:defRPr>
            </a:lvl1pPr>
            <a:lvl2pPr lvl="1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B83A4B"/>
                </a:solidFill>
              </a:defRPr>
            </a:lvl2pPr>
            <a:lvl3pPr lvl="2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B83A4B"/>
                </a:solidFill>
              </a:defRPr>
            </a:lvl3pPr>
            <a:lvl4pPr lvl="3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B83A4B"/>
                </a:solidFill>
              </a:defRPr>
            </a:lvl4pPr>
            <a:lvl5pPr lvl="4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B83A4B"/>
                </a:solidFill>
              </a:defRPr>
            </a:lvl5pPr>
            <a:lvl6pPr lvl="5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B83A4B"/>
                </a:solidFill>
              </a:defRPr>
            </a:lvl6pPr>
            <a:lvl7pPr lvl="6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B83A4B"/>
                </a:solidFill>
              </a:defRPr>
            </a:lvl7pPr>
            <a:lvl8pPr lvl="7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B83A4B"/>
                </a:solidFill>
              </a:defRPr>
            </a:lvl8pPr>
            <a:lvl9pPr lvl="8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B83A4B"/>
                </a:solidFill>
              </a:defRPr>
            </a:lvl9pPr>
          </a:lstStyle>
          <a:p>
            <a:endParaRPr/>
          </a:p>
        </p:txBody>
      </p:sp>
      <p:sp>
        <p:nvSpPr>
          <p:cNvPr id="132" name="Google Shape;132;p21"/>
          <p:cNvSpPr txBox="1">
            <a:spLocks noGrp="1"/>
          </p:cNvSpPr>
          <p:nvPr>
            <p:ph type="subTitle" idx="7"/>
          </p:nvPr>
        </p:nvSpPr>
        <p:spPr>
          <a:xfrm>
            <a:off x="3299935" y="3396243"/>
            <a:ext cx="2707500" cy="47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4275" rIns="68575" bIns="3427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300"/>
              <a:buNone/>
              <a:defRPr/>
            </a:lvl2pPr>
            <a:lvl3pPr lvl="2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300"/>
              <a:buNone/>
              <a:defRPr/>
            </a:lvl3pPr>
            <a:lvl4pPr lvl="3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/>
            </a:lvl9pPr>
          </a:lstStyle>
          <a:p>
            <a:endParaRPr/>
          </a:p>
        </p:txBody>
      </p:sp>
      <p:sp>
        <p:nvSpPr>
          <p:cNvPr id="133" name="Google Shape;133;p21"/>
          <p:cNvSpPr txBox="1">
            <a:spLocks noGrp="1"/>
          </p:cNvSpPr>
          <p:nvPr>
            <p:ph type="subTitle" idx="8"/>
          </p:nvPr>
        </p:nvSpPr>
        <p:spPr>
          <a:xfrm>
            <a:off x="3292177" y="3050198"/>
            <a:ext cx="2707500" cy="47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4275" rIns="68575" bIns="3427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B83A4B"/>
              </a:buClr>
              <a:buSzPts val="1500"/>
              <a:buNone/>
              <a:defRPr sz="1500">
                <a:solidFill>
                  <a:srgbClr val="B83A4B"/>
                </a:solidFill>
              </a:defRPr>
            </a:lvl1pPr>
            <a:lvl2pPr lvl="1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B83A4B"/>
                </a:solidFill>
              </a:defRPr>
            </a:lvl2pPr>
            <a:lvl3pPr lvl="2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B83A4B"/>
                </a:solidFill>
              </a:defRPr>
            </a:lvl3pPr>
            <a:lvl4pPr lvl="3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B83A4B"/>
                </a:solidFill>
              </a:defRPr>
            </a:lvl4pPr>
            <a:lvl5pPr lvl="4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B83A4B"/>
                </a:solidFill>
              </a:defRPr>
            </a:lvl5pPr>
            <a:lvl6pPr lvl="5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B83A4B"/>
                </a:solidFill>
              </a:defRPr>
            </a:lvl6pPr>
            <a:lvl7pPr lvl="6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B83A4B"/>
                </a:solidFill>
              </a:defRPr>
            </a:lvl7pPr>
            <a:lvl8pPr lvl="7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B83A4B"/>
                </a:solidFill>
              </a:defRPr>
            </a:lvl8pPr>
            <a:lvl9pPr lvl="8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B83A4B"/>
                </a:solidFill>
              </a:defRPr>
            </a:lvl9pPr>
          </a:lstStyle>
          <a:p>
            <a:endParaRPr/>
          </a:p>
        </p:txBody>
      </p:sp>
      <p:sp>
        <p:nvSpPr>
          <p:cNvPr id="134" name="Google Shape;134;p21"/>
          <p:cNvSpPr txBox="1">
            <a:spLocks noGrp="1"/>
          </p:cNvSpPr>
          <p:nvPr>
            <p:ph type="subTitle" idx="9"/>
          </p:nvPr>
        </p:nvSpPr>
        <p:spPr>
          <a:xfrm>
            <a:off x="6009898" y="3396243"/>
            <a:ext cx="2707500" cy="47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4275" rIns="68575" bIns="3427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300"/>
              <a:buNone/>
              <a:defRPr/>
            </a:lvl2pPr>
            <a:lvl3pPr lvl="2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300"/>
              <a:buNone/>
              <a:defRPr/>
            </a:lvl3pPr>
            <a:lvl4pPr lvl="3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21"/>
          <p:cNvSpPr txBox="1">
            <a:spLocks noGrp="1"/>
          </p:cNvSpPr>
          <p:nvPr>
            <p:ph type="subTitle" idx="13"/>
          </p:nvPr>
        </p:nvSpPr>
        <p:spPr>
          <a:xfrm>
            <a:off x="6002140" y="3050198"/>
            <a:ext cx="2707500" cy="47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4275" rIns="68575" bIns="3427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B83A4B"/>
              </a:buClr>
              <a:buSzPts val="1500"/>
              <a:buNone/>
              <a:defRPr sz="1500">
                <a:solidFill>
                  <a:srgbClr val="B83A4B"/>
                </a:solidFill>
              </a:defRPr>
            </a:lvl1pPr>
            <a:lvl2pPr lvl="1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B83A4B"/>
                </a:solidFill>
              </a:defRPr>
            </a:lvl2pPr>
            <a:lvl3pPr lvl="2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B83A4B"/>
                </a:solidFill>
              </a:defRPr>
            </a:lvl3pPr>
            <a:lvl4pPr lvl="3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B83A4B"/>
                </a:solidFill>
              </a:defRPr>
            </a:lvl4pPr>
            <a:lvl5pPr lvl="4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B83A4B"/>
                </a:solidFill>
              </a:defRPr>
            </a:lvl5pPr>
            <a:lvl6pPr lvl="5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B83A4B"/>
                </a:solidFill>
              </a:defRPr>
            </a:lvl6pPr>
            <a:lvl7pPr lvl="6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B83A4B"/>
                </a:solidFill>
              </a:defRPr>
            </a:lvl7pPr>
            <a:lvl8pPr lvl="7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B83A4B"/>
                </a:solidFill>
              </a:defRPr>
            </a:lvl8pPr>
            <a:lvl9pPr lvl="8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B83A4B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 - Option 2 Layout">
  <p:cSld name="Agenda - Option 1"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2"/>
          <p:cNvSpPr txBox="1">
            <a:spLocks noGrp="1"/>
          </p:cNvSpPr>
          <p:nvPr>
            <p:ph type="title"/>
          </p:nvPr>
        </p:nvSpPr>
        <p:spPr>
          <a:xfrm>
            <a:off x="600075" y="477440"/>
            <a:ext cx="2559000" cy="83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4275" rIns="68575" bIns="34275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C1515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pic>
        <p:nvPicPr>
          <p:cNvPr id="138" name="Google Shape;138;p2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-8739"/>
            <a:ext cx="9144000" cy="156917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22"/>
          <p:cNvSpPr/>
          <p:nvPr/>
        </p:nvSpPr>
        <p:spPr>
          <a:xfrm>
            <a:off x="0" y="-10470"/>
            <a:ext cx="9144000" cy="158700"/>
          </a:xfrm>
          <a:prstGeom prst="rect">
            <a:avLst/>
          </a:prstGeom>
          <a:solidFill>
            <a:srgbClr val="D4D1D1">
              <a:alpha val="23920"/>
            </a:srgbClr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22"/>
          <p:cNvSpPr txBox="1">
            <a:spLocks noGrp="1"/>
          </p:cNvSpPr>
          <p:nvPr>
            <p:ph type="sldNum" idx="12"/>
          </p:nvPr>
        </p:nvSpPr>
        <p:spPr>
          <a:xfrm>
            <a:off x="6457950" y="4712118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0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1" name="Google Shape;141;p22"/>
          <p:cNvSpPr txBox="1">
            <a:spLocks noGrp="1"/>
          </p:cNvSpPr>
          <p:nvPr>
            <p:ph type="title" idx="2"/>
          </p:nvPr>
        </p:nvSpPr>
        <p:spPr>
          <a:xfrm>
            <a:off x="4729538" y="654113"/>
            <a:ext cx="37860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4275" rIns="68575" bIns="34275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200"/>
              <a:buNone/>
              <a:defRPr sz="1200" b="1">
                <a:solidFill>
                  <a:srgbClr val="3F3F3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2" name="Google Shape;142;p22"/>
          <p:cNvSpPr txBox="1">
            <a:spLocks noGrp="1"/>
          </p:cNvSpPr>
          <p:nvPr>
            <p:ph type="subTitle" idx="1"/>
          </p:nvPr>
        </p:nvSpPr>
        <p:spPr>
          <a:xfrm>
            <a:off x="4729538" y="912375"/>
            <a:ext cx="37860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4275" rIns="68575" bIns="34275" anchor="ctr" anchorCtr="0">
            <a:noAutofit/>
          </a:bodyPr>
          <a:lstStyle>
            <a:lvl1pPr lv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300"/>
              <a:buNone/>
              <a:defRPr/>
            </a:lvl2pPr>
            <a:lvl3pPr lvl="2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300"/>
              <a:buNone/>
              <a:defRPr/>
            </a:lvl3pPr>
            <a:lvl4pPr lvl="3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/>
            </a:lvl9pPr>
          </a:lstStyle>
          <a:p>
            <a:endParaRPr/>
          </a:p>
        </p:txBody>
      </p:sp>
      <p:sp>
        <p:nvSpPr>
          <p:cNvPr id="143" name="Google Shape;143;p22"/>
          <p:cNvSpPr txBox="1">
            <a:spLocks noGrp="1"/>
          </p:cNvSpPr>
          <p:nvPr>
            <p:ph type="title" idx="3"/>
          </p:nvPr>
        </p:nvSpPr>
        <p:spPr>
          <a:xfrm>
            <a:off x="4729538" y="1282763"/>
            <a:ext cx="37860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4275" rIns="68575" bIns="34275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200"/>
              <a:buNone/>
              <a:defRPr sz="1200" b="1">
                <a:solidFill>
                  <a:srgbClr val="3F3F3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4" name="Google Shape;144;p22"/>
          <p:cNvSpPr txBox="1">
            <a:spLocks noGrp="1"/>
          </p:cNvSpPr>
          <p:nvPr>
            <p:ph type="subTitle" idx="4"/>
          </p:nvPr>
        </p:nvSpPr>
        <p:spPr>
          <a:xfrm>
            <a:off x="4729538" y="1541025"/>
            <a:ext cx="37860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4275" rIns="68575" bIns="34275" anchor="ctr" anchorCtr="0">
            <a:noAutofit/>
          </a:bodyPr>
          <a:lstStyle>
            <a:lvl1pPr lv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300"/>
              <a:buNone/>
              <a:defRPr/>
            </a:lvl2pPr>
            <a:lvl3pPr lvl="2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300"/>
              <a:buNone/>
              <a:defRPr/>
            </a:lvl3pPr>
            <a:lvl4pPr lvl="3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/>
            </a:lvl9pPr>
          </a:lstStyle>
          <a:p>
            <a:endParaRPr/>
          </a:p>
        </p:txBody>
      </p:sp>
      <p:sp>
        <p:nvSpPr>
          <p:cNvPr id="145" name="Google Shape;145;p22"/>
          <p:cNvSpPr txBox="1">
            <a:spLocks noGrp="1"/>
          </p:cNvSpPr>
          <p:nvPr>
            <p:ph type="title" idx="5"/>
          </p:nvPr>
        </p:nvSpPr>
        <p:spPr>
          <a:xfrm>
            <a:off x="4729538" y="1911413"/>
            <a:ext cx="37860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4275" rIns="68575" bIns="34275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200"/>
              <a:buNone/>
              <a:defRPr sz="1200" b="1">
                <a:solidFill>
                  <a:srgbClr val="3F3F3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6" name="Google Shape;146;p22"/>
          <p:cNvSpPr txBox="1">
            <a:spLocks noGrp="1"/>
          </p:cNvSpPr>
          <p:nvPr>
            <p:ph type="subTitle" idx="6"/>
          </p:nvPr>
        </p:nvSpPr>
        <p:spPr>
          <a:xfrm>
            <a:off x="4729538" y="2169675"/>
            <a:ext cx="37860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4275" rIns="68575" bIns="34275" anchor="ctr" anchorCtr="0">
            <a:noAutofit/>
          </a:bodyPr>
          <a:lstStyle>
            <a:lvl1pPr lv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300"/>
              <a:buNone/>
              <a:defRPr/>
            </a:lvl2pPr>
            <a:lvl3pPr lvl="2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300"/>
              <a:buNone/>
              <a:defRPr/>
            </a:lvl3pPr>
            <a:lvl4pPr lvl="3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/>
            </a:lvl9pPr>
          </a:lstStyle>
          <a:p>
            <a:endParaRPr/>
          </a:p>
        </p:txBody>
      </p:sp>
      <p:sp>
        <p:nvSpPr>
          <p:cNvPr id="147" name="Google Shape;147;p22"/>
          <p:cNvSpPr txBox="1">
            <a:spLocks noGrp="1"/>
          </p:cNvSpPr>
          <p:nvPr>
            <p:ph type="title" idx="7"/>
          </p:nvPr>
        </p:nvSpPr>
        <p:spPr>
          <a:xfrm>
            <a:off x="4729538" y="2540063"/>
            <a:ext cx="37860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4275" rIns="68575" bIns="34275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200"/>
              <a:buNone/>
              <a:defRPr sz="1200" b="1">
                <a:solidFill>
                  <a:srgbClr val="3F3F3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8" name="Google Shape;148;p22"/>
          <p:cNvSpPr txBox="1">
            <a:spLocks noGrp="1"/>
          </p:cNvSpPr>
          <p:nvPr>
            <p:ph type="subTitle" idx="8"/>
          </p:nvPr>
        </p:nvSpPr>
        <p:spPr>
          <a:xfrm>
            <a:off x="4729538" y="2798325"/>
            <a:ext cx="37860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4275" rIns="68575" bIns="34275" anchor="ctr" anchorCtr="0">
            <a:noAutofit/>
          </a:bodyPr>
          <a:lstStyle>
            <a:lvl1pPr lv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300"/>
              <a:buNone/>
              <a:defRPr/>
            </a:lvl2pPr>
            <a:lvl3pPr lvl="2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300"/>
              <a:buNone/>
              <a:defRPr/>
            </a:lvl3pPr>
            <a:lvl4pPr lvl="3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/>
            </a:lvl9pPr>
          </a:lstStyle>
          <a:p>
            <a:endParaRPr/>
          </a:p>
        </p:txBody>
      </p:sp>
      <p:sp>
        <p:nvSpPr>
          <p:cNvPr id="149" name="Google Shape;149;p22"/>
          <p:cNvSpPr txBox="1">
            <a:spLocks noGrp="1"/>
          </p:cNvSpPr>
          <p:nvPr>
            <p:ph type="title" idx="9"/>
          </p:nvPr>
        </p:nvSpPr>
        <p:spPr>
          <a:xfrm>
            <a:off x="4729538" y="3168713"/>
            <a:ext cx="37860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4275" rIns="68575" bIns="34275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200"/>
              <a:buNone/>
              <a:defRPr sz="1200" b="1">
                <a:solidFill>
                  <a:srgbClr val="3F3F3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50" name="Google Shape;150;p22"/>
          <p:cNvSpPr txBox="1">
            <a:spLocks noGrp="1"/>
          </p:cNvSpPr>
          <p:nvPr>
            <p:ph type="subTitle" idx="13"/>
          </p:nvPr>
        </p:nvSpPr>
        <p:spPr>
          <a:xfrm>
            <a:off x="4729538" y="3426975"/>
            <a:ext cx="37860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4275" rIns="68575" bIns="34275" anchor="ctr" anchorCtr="0">
            <a:noAutofit/>
          </a:bodyPr>
          <a:lstStyle>
            <a:lvl1pPr lv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300"/>
              <a:buNone/>
              <a:defRPr/>
            </a:lvl2pPr>
            <a:lvl3pPr lvl="2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300"/>
              <a:buNone/>
              <a:defRPr/>
            </a:lvl3pPr>
            <a:lvl4pPr lvl="3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/>
            </a:lvl9pPr>
          </a:lstStyle>
          <a:p>
            <a:endParaRPr/>
          </a:p>
        </p:txBody>
      </p:sp>
      <p:sp>
        <p:nvSpPr>
          <p:cNvPr id="151" name="Google Shape;151;p22"/>
          <p:cNvSpPr txBox="1">
            <a:spLocks noGrp="1"/>
          </p:cNvSpPr>
          <p:nvPr>
            <p:ph type="title" idx="14"/>
          </p:nvPr>
        </p:nvSpPr>
        <p:spPr>
          <a:xfrm>
            <a:off x="4729538" y="3797363"/>
            <a:ext cx="37860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4275" rIns="68575" bIns="34275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200"/>
              <a:buNone/>
              <a:defRPr sz="1200" b="1">
                <a:solidFill>
                  <a:srgbClr val="3F3F3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52" name="Google Shape;152;p22"/>
          <p:cNvSpPr txBox="1">
            <a:spLocks noGrp="1"/>
          </p:cNvSpPr>
          <p:nvPr>
            <p:ph type="subTitle" idx="15"/>
          </p:nvPr>
        </p:nvSpPr>
        <p:spPr>
          <a:xfrm>
            <a:off x="4729538" y="4055625"/>
            <a:ext cx="37860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4275" rIns="68575" bIns="34275" anchor="ctr" anchorCtr="0">
            <a:noAutofit/>
          </a:bodyPr>
          <a:lstStyle>
            <a:lvl1pPr lv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300"/>
              <a:buNone/>
              <a:defRPr/>
            </a:lvl2pPr>
            <a:lvl3pPr lvl="2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300"/>
              <a:buNone/>
              <a:defRPr/>
            </a:lvl3pPr>
            <a:lvl4pPr lvl="3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/>
            </a:lvl9pPr>
          </a:lstStyle>
          <a:p>
            <a:endParaRPr/>
          </a:p>
        </p:txBody>
      </p:sp>
      <p:sp>
        <p:nvSpPr>
          <p:cNvPr id="153" name="Google Shape;153;p22"/>
          <p:cNvSpPr txBox="1">
            <a:spLocks noGrp="1"/>
          </p:cNvSpPr>
          <p:nvPr>
            <p:ph type="title" idx="16"/>
          </p:nvPr>
        </p:nvSpPr>
        <p:spPr>
          <a:xfrm>
            <a:off x="3372225" y="665266"/>
            <a:ext cx="37860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4275" rIns="68575" bIns="34275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83A4B"/>
              </a:buClr>
              <a:buSzPts val="1100"/>
              <a:buNone/>
              <a:defRPr sz="1100" b="1">
                <a:solidFill>
                  <a:srgbClr val="B83A4B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83A4B"/>
              </a:buClr>
              <a:buSzPts val="1100"/>
              <a:buNone/>
              <a:defRPr sz="1100">
                <a:solidFill>
                  <a:srgbClr val="B83A4B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83A4B"/>
              </a:buClr>
              <a:buSzPts val="1100"/>
              <a:buNone/>
              <a:defRPr sz="1100">
                <a:solidFill>
                  <a:srgbClr val="B83A4B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83A4B"/>
              </a:buClr>
              <a:buSzPts val="1100"/>
              <a:buNone/>
              <a:defRPr sz="1100">
                <a:solidFill>
                  <a:srgbClr val="B83A4B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83A4B"/>
              </a:buClr>
              <a:buSzPts val="1100"/>
              <a:buNone/>
              <a:defRPr sz="1100">
                <a:solidFill>
                  <a:srgbClr val="B83A4B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83A4B"/>
              </a:buClr>
              <a:buSzPts val="1100"/>
              <a:buNone/>
              <a:defRPr sz="1100">
                <a:solidFill>
                  <a:srgbClr val="B83A4B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83A4B"/>
              </a:buClr>
              <a:buSzPts val="1100"/>
              <a:buNone/>
              <a:defRPr sz="1100">
                <a:solidFill>
                  <a:srgbClr val="B83A4B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83A4B"/>
              </a:buClr>
              <a:buSzPts val="1100"/>
              <a:buNone/>
              <a:defRPr sz="1100">
                <a:solidFill>
                  <a:srgbClr val="B83A4B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83A4B"/>
              </a:buClr>
              <a:buSzPts val="1100"/>
              <a:buNone/>
              <a:defRPr sz="1100">
                <a:solidFill>
                  <a:srgbClr val="B83A4B"/>
                </a:solidFill>
              </a:defRPr>
            </a:lvl9pPr>
          </a:lstStyle>
          <a:p>
            <a:endParaRPr/>
          </a:p>
        </p:txBody>
      </p:sp>
      <p:sp>
        <p:nvSpPr>
          <p:cNvPr id="154" name="Google Shape;154;p22"/>
          <p:cNvSpPr txBox="1">
            <a:spLocks noGrp="1"/>
          </p:cNvSpPr>
          <p:nvPr>
            <p:ph type="title" idx="17"/>
          </p:nvPr>
        </p:nvSpPr>
        <p:spPr>
          <a:xfrm>
            <a:off x="3372263" y="1919635"/>
            <a:ext cx="37860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4275" rIns="68575" bIns="34275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83A4B"/>
              </a:buClr>
              <a:buSzPts val="1100"/>
              <a:buNone/>
              <a:defRPr sz="1100" b="1">
                <a:solidFill>
                  <a:srgbClr val="B83A4B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83A4B"/>
              </a:buClr>
              <a:buSzPts val="1100"/>
              <a:buNone/>
              <a:defRPr sz="1100">
                <a:solidFill>
                  <a:srgbClr val="B83A4B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83A4B"/>
              </a:buClr>
              <a:buSzPts val="1100"/>
              <a:buNone/>
              <a:defRPr sz="1100">
                <a:solidFill>
                  <a:srgbClr val="B83A4B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83A4B"/>
              </a:buClr>
              <a:buSzPts val="1100"/>
              <a:buNone/>
              <a:defRPr sz="1100">
                <a:solidFill>
                  <a:srgbClr val="B83A4B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83A4B"/>
              </a:buClr>
              <a:buSzPts val="1100"/>
              <a:buNone/>
              <a:defRPr sz="1100">
                <a:solidFill>
                  <a:srgbClr val="B83A4B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83A4B"/>
              </a:buClr>
              <a:buSzPts val="1100"/>
              <a:buNone/>
              <a:defRPr sz="1100">
                <a:solidFill>
                  <a:srgbClr val="B83A4B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83A4B"/>
              </a:buClr>
              <a:buSzPts val="1100"/>
              <a:buNone/>
              <a:defRPr sz="1100">
                <a:solidFill>
                  <a:srgbClr val="B83A4B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83A4B"/>
              </a:buClr>
              <a:buSzPts val="1100"/>
              <a:buNone/>
              <a:defRPr sz="1100">
                <a:solidFill>
                  <a:srgbClr val="B83A4B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83A4B"/>
              </a:buClr>
              <a:buSzPts val="1100"/>
              <a:buNone/>
              <a:defRPr sz="1100">
                <a:solidFill>
                  <a:srgbClr val="B83A4B"/>
                </a:solidFill>
              </a:defRPr>
            </a:lvl9pPr>
          </a:lstStyle>
          <a:p>
            <a:endParaRPr/>
          </a:p>
        </p:txBody>
      </p:sp>
      <p:sp>
        <p:nvSpPr>
          <p:cNvPr id="155" name="Google Shape;155;p22"/>
          <p:cNvSpPr txBox="1">
            <a:spLocks noGrp="1"/>
          </p:cNvSpPr>
          <p:nvPr>
            <p:ph type="title" idx="18"/>
          </p:nvPr>
        </p:nvSpPr>
        <p:spPr>
          <a:xfrm>
            <a:off x="3379406" y="2547197"/>
            <a:ext cx="37860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4275" rIns="68575" bIns="34275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83A4B"/>
              </a:buClr>
              <a:buSzPts val="1100"/>
              <a:buNone/>
              <a:defRPr sz="1100" b="1">
                <a:solidFill>
                  <a:srgbClr val="B83A4B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83A4B"/>
              </a:buClr>
              <a:buSzPts val="1100"/>
              <a:buNone/>
              <a:defRPr sz="1100">
                <a:solidFill>
                  <a:srgbClr val="B83A4B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83A4B"/>
              </a:buClr>
              <a:buSzPts val="1100"/>
              <a:buNone/>
              <a:defRPr sz="1100">
                <a:solidFill>
                  <a:srgbClr val="B83A4B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83A4B"/>
              </a:buClr>
              <a:buSzPts val="1100"/>
              <a:buNone/>
              <a:defRPr sz="1100">
                <a:solidFill>
                  <a:srgbClr val="B83A4B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83A4B"/>
              </a:buClr>
              <a:buSzPts val="1100"/>
              <a:buNone/>
              <a:defRPr sz="1100">
                <a:solidFill>
                  <a:srgbClr val="B83A4B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83A4B"/>
              </a:buClr>
              <a:buSzPts val="1100"/>
              <a:buNone/>
              <a:defRPr sz="1100">
                <a:solidFill>
                  <a:srgbClr val="B83A4B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83A4B"/>
              </a:buClr>
              <a:buSzPts val="1100"/>
              <a:buNone/>
              <a:defRPr sz="1100">
                <a:solidFill>
                  <a:srgbClr val="B83A4B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83A4B"/>
              </a:buClr>
              <a:buSzPts val="1100"/>
              <a:buNone/>
              <a:defRPr sz="1100">
                <a:solidFill>
                  <a:srgbClr val="B83A4B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83A4B"/>
              </a:buClr>
              <a:buSzPts val="1100"/>
              <a:buNone/>
              <a:defRPr sz="1100">
                <a:solidFill>
                  <a:srgbClr val="B83A4B"/>
                </a:solidFill>
              </a:defRPr>
            </a:lvl9pPr>
          </a:lstStyle>
          <a:p>
            <a:endParaRPr/>
          </a:p>
        </p:txBody>
      </p:sp>
      <p:sp>
        <p:nvSpPr>
          <p:cNvPr id="156" name="Google Shape;156;p22"/>
          <p:cNvSpPr txBox="1">
            <a:spLocks noGrp="1"/>
          </p:cNvSpPr>
          <p:nvPr>
            <p:ph type="title" idx="19"/>
          </p:nvPr>
        </p:nvSpPr>
        <p:spPr>
          <a:xfrm>
            <a:off x="3379444" y="3174244"/>
            <a:ext cx="37860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4275" rIns="68575" bIns="34275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83A4B"/>
              </a:buClr>
              <a:buSzPts val="1100"/>
              <a:buNone/>
              <a:defRPr sz="1100" b="1">
                <a:solidFill>
                  <a:srgbClr val="B83A4B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83A4B"/>
              </a:buClr>
              <a:buSzPts val="1100"/>
              <a:buNone/>
              <a:defRPr sz="1100">
                <a:solidFill>
                  <a:srgbClr val="B83A4B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83A4B"/>
              </a:buClr>
              <a:buSzPts val="1100"/>
              <a:buNone/>
              <a:defRPr sz="1100">
                <a:solidFill>
                  <a:srgbClr val="B83A4B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83A4B"/>
              </a:buClr>
              <a:buSzPts val="1100"/>
              <a:buNone/>
              <a:defRPr sz="1100">
                <a:solidFill>
                  <a:srgbClr val="B83A4B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83A4B"/>
              </a:buClr>
              <a:buSzPts val="1100"/>
              <a:buNone/>
              <a:defRPr sz="1100">
                <a:solidFill>
                  <a:srgbClr val="B83A4B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83A4B"/>
              </a:buClr>
              <a:buSzPts val="1100"/>
              <a:buNone/>
              <a:defRPr sz="1100">
                <a:solidFill>
                  <a:srgbClr val="B83A4B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83A4B"/>
              </a:buClr>
              <a:buSzPts val="1100"/>
              <a:buNone/>
              <a:defRPr sz="1100">
                <a:solidFill>
                  <a:srgbClr val="B83A4B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83A4B"/>
              </a:buClr>
              <a:buSzPts val="1100"/>
              <a:buNone/>
              <a:defRPr sz="1100">
                <a:solidFill>
                  <a:srgbClr val="B83A4B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83A4B"/>
              </a:buClr>
              <a:buSzPts val="1100"/>
              <a:buNone/>
              <a:defRPr sz="1100">
                <a:solidFill>
                  <a:srgbClr val="B83A4B"/>
                </a:solidFill>
              </a:defRPr>
            </a:lvl9pPr>
          </a:lstStyle>
          <a:p>
            <a:endParaRPr/>
          </a:p>
        </p:txBody>
      </p:sp>
      <p:sp>
        <p:nvSpPr>
          <p:cNvPr id="157" name="Google Shape;157;p22"/>
          <p:cNvSpPr txBox="1">
            <a:spLocks noGrp="1"/>
          </p:cNvSpPr>
          <p:nvPr>
            <p:ph type="title" idx="20"/>
          </p:nvPr>
        </p:nvSpPr>
        <p:spPr>
          <a:xfrm>
            <a:off x="3379444" y="3801281"/>
            <a:ext cx="37860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4275" rIns="68575" bIns="34275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83A4B"/>
              </a:buClr>
              <a:buSzPts val="1100"/>
              <a:buNone/>
              <a:defRPr sz="1100" b="1">
                <a:solidFill>
                  <a:srgbClr val="B83A4B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83A4B"/>
              </a:buClr>
              <a:buSzPts val="1100"/>
              <a:buNone/>
              <a:defRPr sz="1100">
                <a:solidFill>
                  <a:srgbClr val="B83A4B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83A4B"/>
              </a:buClr>
              <a:buSzPts val="1100"/>
              <a:buNone/>
              <a:defRPr sz="1100">
                <a:solidFill>
                  <a:srgbClr val="B83A4B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83A4B"/>
              </a:buClr>
              <a:buSzPts val="1100"/>
              <a:buNone/>
              <a:defRPr sz="1100">
                <a:solidFill>
                  <a:srgbClr val="B83A4B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83A4B"/>
              </a:buClr>
              <a:buSzPts val="1100"/>
              <a:buNone/>
              <a:defRPr sz="1100">
                <a:solidFill>
                  <a:srgbClr val="B83A4B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83A4B"/>
              </a:buClr>
              <a:buSzPts val="1100"/>
              <a:buNone/>
              <a:defRPr sz="1100">
                <a:solidFill>
                  <a:srgbClr val="B83A4B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83A4B"/>
              </a:buClr>
              <a:buSzPts val="1100"/>
              <a:buNone/>
              <a:defRPr sz="1100">
                <a:solidFill>
                  <a:srgbClr val="B83A4B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83A4B"/>
              </a:buClr>
              <a:buSzPts val="1100"/>
              <a:buNone/>
              <a:defRPr sz="1100">
                <a:solidFill>
                  <a:srgbClr val="B83A4B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83A4B"/>
              </a:buClr>
              <a:buSzPts val="1100"/>
              <a:buNone/>
              <a:defRPr sz="1100">
                <a:solidFill>
                  <a:srgbClr val="B83A4B"/>
                </a:solidFill>
              </a:defRPr>
            </a:lvl9pPr>
          </a:lstStyle>
          <a:p>
            <a:endParaRPr/>
          </a:p>
        </p:txBody>
      </p:sp>
      <p:sp>
        <p:nvSpPr>
          <p:cNvPr id="158" name="Google Shape;158;p22"/>
          <p:cNvSpPr txBox="1">
            <a:spLocks noGrp="1"/>
          </p:cNvSpPr>
          <p:nvPr>
            <p:ph type="title" idx="21"/>
          </p:nvPr>
        </p:nvSpPr>
        <p:spPr>
          <a:xfrm>
            <a:off x="3372225" y="1282756"/>
            <a:ext cx="37860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4275" rIns="68575" bIns="34275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83A4B"/>
              </a:buClr>
              <a:buSzPts val="1100"/>
              <a:buNone/>
              <a:defRPr sz="1100" b="1">
                <a:solidFill>
                  <a:srgbClr val="B83A4B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83A4B"/>
              </a:buClr>
              <a:buSzPts val="1100"/>
              <a:buNone/>
              <a:defRPr sz="1100">
                <a:solidFill>
                  <a:srgbClr val="B83A4B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83A4B"/>
              </a:buClr>
              <a:buSzPts val="1100"/>
              <a:buNone/>
              <a:defRPr sz="1100">
                <a:solidFill>
                  <a:srgbClr val="B83A4B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83A4B"/>
              </a:buClr>
              <a:buSzPts val="1100"/>
              <a:buNone/>
              <a:defRPr sz="1100">
                <a:solidFill>
                  <a:srgbClr val="B83A4B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83A4B"/>
              </a:buClr>
              <a:buSzPts val="1100"/>
              <a:buNone/>
              <a:defRPr sz="1100">
                <a:solidFill>
                  <a:srgbClr val="B83A4B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83A4B"/>
              </a:buClr>
              <a:buSzPts val="1100"/>
              <a:buNone/>
              <a:defRPr sz="1100">
                <a:solidFill>
                  <a:srgbClr val="B83A4B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83A4B"/>
              </a:buClr>
              <a:buSzPts val="1100"/>
              <a:buNone/>
              <a:defRPr sz="1100">
                <a:solidFill>
                  <a:srgbClr val="B83A4B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83A4B"/>
              </a:buClr>
              <a:buSzPts val="1100"/>
              <a:buNone/>
              <a:defRPr sz="1100">
                <a:solidFill>
                  <a:srgbClr val="B83A4B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83A4B"/>
              </a:buClr>
              <a:buSzPts val="1100"/>
              <a:buNone/>
              <a:defRPr sz="1100">
                <a:solidFill>
                  <a:srgbClr val="B83A4B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6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 - Option 3 Layout">
  <p:cSld name="Agenda - Option 3"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3"/>
          <p:cNvSpPr txBox="1">
            <a:spLocks noGrp="1"/>
          </p:cNvSpPr>
          <p:nvPr>
            <p:ph type="title"/>
          </p:nvPr>
        </p:nvSpPr>
        <p:spPr>
          <a:xfrm>
            <a:off x="600075" y="477440"/>
            <a:ext cx="7913400" cy="60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4275" rIns="68575" bIns="34275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C1515"/>
              </a:buClr>
              <a:buSzPts val="2700"/>
              <a:buFont typeface="Lato"/>
              <a:buNone/>
              <a:defRPr sz="2700" b="0" i="0">
                <a:solidFill>
                  <a:srgbClr val="8C1515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1" name="Google Shape;161;p23"/>
          <p:cNvSpPr txBox="1">
            <a:spLocks noGrp="1"/>
          </p:cNvSpPr>
          <p:nvPr>
            <p:ph type="subTitle" idx="1"/>
          </p:nvPr>
        </p:nvSpPr>
        <p:spPr>
          <a:xfrm>
            <a:off x="600075" y="1237228"/>
            <a:ext cx="2526000" cy="2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4275" rIns="68575" bIns="34275" anchor="t" anchorCtr="0">
            <a:normAutofit/>
          </a:bodyPr>
          <a:lstStyle>
            <a:lvl1pPr marR="0" lvl="0" algn="l">
              <a:lnSpc>
                <a:spcPct val="128571"/>
              </a:lnSpc>
              <a:spcBef>
                <a:spcPts val="800"/>
              </a:spcBef>
              <a:spcAft>
                <a:spcPts val="0"/>
              </a:spcAft>
              <a:buClr>
                <a:srgbClr val="B83A4B"/>
              </a:buClr>
              <a:buSzPts val="1100"/>
              <a:buFont typeface="Arial"/>
              <a:buNone/>
              <a:defRPr sz="1100" b="1" i="0">
                <a:solidFill>
                  <a:srgbClr val="B83A4B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7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cxnSp>
        <p:nvCxnSpPr>
          <p:cNvPr id="162" name="Google Shape;162;p23"/>
          <p:cNvCxnSpPr/>
          <p:nvPr/>
        </p:nvCxnSpPr>
        <p:spPr>
          <a:xfrm>
            <a:off x="600075" y="1481617"/>
            <a:ext cx="7927500" cy="0"/>
          </a:xfrm>
          <a:prstGeom prst="straightConnector1">
            <a:avLst/>
          </a:prstGeom>
          <a:noFill/>
          <a:ln w="9525" cap="flat" cmpd="sng">
            <a:solidFill>
              <a:srgbClr val="8C1515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163" name="Google Shape;163;p2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-8739"/>
            <a:ext cx="9144000" cy="156917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23"/>
          <p:cNvSpPr/>
          <p:nvPr/>
        </p:nvSpPr>
        <p:spPr>
          <a:xfrm>
            <a:off x="0" y="-10470"/>
            <a:ext cx="9144000" cy="158700"/>
          </a:xfrm>
          <a:prstGeom prst="rect">
            <a:avLst/>
          </a:prstGeom>
          <a:solidFill>
            <a:srgbClr val="D4D1D1">
              <a:alpha val="23920"/>
            </a:srgbClr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5" name="Google Shape;165;p23"/>
          <p:cNvCxnSpPr/>
          <p:nvPr/>
        </p:nvCxnSpPr>
        <p:spPr>
          <a:xfrm>
            <a:off x="600075" y="3116453"/>
            <a:ext cx="7927500" cy="0"/>
          </a:xfrm>
          <a:prstGeom prst="straightConnector1">
            <a:avLst/>
          </a:prstGeom>
          <a:noFill/>
          <a:ln w="9525" cap="flat" cmpd="sng">
            <a:solidFill>
              <a:srgbClr val="8C151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66" name="Google Shape;166;p23"/>
          <p:cNvSpPr txBox="1">
            <a:spLocks noGrp="1"/>
          </p:cNvSpPr>
          <p:nvPr>
            <p:ph type="sldNum" idx="12"/>
          </p:nvPr>
        </p:nvSpPr>
        <p:spPr>
          <a:xfrm>
            <a:off x="6457950" y="4712118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0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7" name="Google Shape;167;p23"/>
          <p:cNvSpPr txBox="1">
            <a:spLocks noGrp="1"/>
          </p:cNvSpPr>
          <p:nvPr>
            <p:ph type="subTitle" idx="2"/>
          </p:nvPr>
        </p:nvSpPr>
        <p:spPr>
          <a:xfrm>
            <a:off x="3267600" y="1237219"/>
            <a:ext cx="2403600" cy="2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4275" rIns="68575" bIns="34275" anchor="t" anchorCtr="0">
            <a:normAutofit/>
          </a:bodyPr>
          <a:lstStyle>
            <a:lvl1pPr marR="0" lvl="0" algn="l">
              <a:lnSpc>
                <a:spcPct val="128571"/>
              </a:lnSpc>
              <a:spcBef>
                <a:spcPts val="800"/>
              </a:spcBef>
              <a:spcAft>
                <a:spcPts val="0"/>
              </a:spcAft>
              <a:buClr>
                <a:srgbClr val="B83A4B"/>
              </a:buClr>
              <a:buSzPts val="1100"/>
              <a:buFont typeface="Arial"/>
              <a:buNone/>
              <a:defRPr sz="1100" b="1" i="0">
                <a:solidFill>
                  <a:srgbClr val="B83A4B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7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68" name="Google Shape;168;p23"/>
          <p:cNvSpPr txBox="1">
            <a:spLocks noGrp="1"/>
          </p:cNvSpPr>
          <p:nvPr>
            <p:ph type="subTitle" idx="3"/>
          </p:nvPr>
        </p:nvSpPr>
        <p:spPr>
          <a:xfrm>
            <a:off x="6004135" y="1237228"/>
            <a:ext cx="2526000" cy="2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4275" rIns="68575" bIns="34275" anchor="t" anchorCtr="0">
            <a:normAutofit/>
          </a:bodyPr>
          <a:lstStyle>
            <a:lvl1pPr marR="0" lvl="0" algn="l">
              <a:lnSpc>
                <a:spcPct val="128571"/>
              </a:lnSpc>
              <a:spcBef>
                <a:spcPts val="800"/>
              </a:spcBef>
              <a:spcAft>
                <a:spcPts val="0"/>
              </a:spcAft>
              <a:buClr>
                <a:srgbClr val="B83A4B"/>
              </a:buClr>
              <a:buSzPts val="1100"/>
              <a:buNone/>
              <a:defRPr sz="1100" b="1" i="0">
                <a:solidFill>
                  <a:srgbClr val="B83A4B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100"/>
              <a:buFont typeface="Lato"/>
              <a:buNone/>
              <a:defRPr sz="11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Font typeface="Lato"/>
              <a:buNone/>
              <a:defRPr sz="11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Font typeface="Lato"/>
              <a:buNone/>
              <a:defRPr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Font typeface="Lato"/>
              <a:buNone/>
              <a:defRPr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ato"/>
              <a:buNone/>
              <a:defRPr sz="1100">
                <a:latin typeface="Lato"/>
                <a:ea typeface="Lato"/>
                <a:cs typeface="Lato"/>
                <a:sym typeface="Lato"/>
              </a:defRPr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ato"/>
              <a:buNone/>
              <a:defRPr sz="1100">
                <a:latin typeface="Lato"/>
                <a:ea typeface="Lato"/>
                <a:cs typeface="Lato"/>
                <a:sym typeface="Lato"/>
              </a:defRPr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ato"/>
              <a:buNone/>
              <a:defRPr sz="1100">
                <a:latin typeface="Lato"/>
                <a:ea typeface="Lato"/>
                <a:cs typeface="Lato"/>
                <a:sym typeface="Lato"/>
              </a:defRPr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ato"/>
              <a:buNone/>
              <a:defRPr sz="1100"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169" name="Google Shape;169;p23"/>
          <p:cNvSpPr txBox="1">
            <a:spLocks noGrp="1"/>
          </p:cNvSpPr>
          <p:nvPr>
            <p:ph type="subTitle" idx="4"/>
          </p:nvPr>
        </p:nvSpPr>
        <p:spPr>
          <a:xfrm>
            <a:off x="600075" y="2872115"/>
            <a:ext cx="2526000" cy="2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4275" rIns="68575" bIns="34275" anchor="t" anchorCtr="0">
            <a:normAutofit/>
          </a:bodyPr>
          <a:lstStyle>
            <a:lvl1pPr marR="0" lvl="0" algn="l">
              <a:lnSpc>
                <a:spcPct val="128571"/>
              </a:lnSpc>
              <a:spcBef>
                <a:spcPts val="800"/>
              </a:spcBef>
              <a:spcAft>
                <a:spcPts val="0"/>
              </a:spcAft>
              <a:buClr>
                <a:srgbClr val="B83A4B"/>
              </a:buClr>
              <a:buSzPts val="1100"/>
              <a:buNone/>
              <a:defRPr sz="1100" b="1" i="0">
                <a:solidFill>
                  <a:srgbClr val="B83A4B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100"/>
              <a:buFont typeface="Lato"/>
              <a:buNone/>
              <a:defRPr sz="11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Font typeface="Lato"/>
              <a:buNone/>
              <a:defRPr sz="11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Font typeface="Lato"/>
              <a:buNone/>
              <a:defRPr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Font typeface="Lato"/>
              <a:buNone/>
              <a:defRPr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ato"/>
              <a:buNone/>
              <a:defRPr sz="1100">
                <a:latin typeface="Lato"/>
                <a:ea typeface="Lato"/>
                <a:cs typeface="Lato"/>
                <a:sym typeface="Lato"/>
              </a:defRPr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ato"/>
              <a:buNone/>
              <a:defRPr sz="1100">
                <a:latin typeface="Lato"/>
                <a:ea typeface="Lato"/>
                <a:cs typeface="Lato"/>
                <a:sym typeface="Lato"/>
              </a:defRPr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ato"/>
              <a:buNone/>
              <a:defRPr sz="1100">
                <a:latin typeface="Lato"/>
                <a:ea typeface="Lato"/>
                <a:cs typeface="Lato"/>
                <a:sym typeface="Lato"/>
              </a:defRPr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ato"/>
              <a:buNone/>
              <a:defRPr sz="1100"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170" name="Google Shape;170;p23"/>
          <p:cNvSpPr txBox="1">
            <a:spLocks noGrp="1"/>
          </p:cNvSpPr>
          <p:nvPr>
            <p:ph type="subTitle" idx="5"/>
          </p:nvPr>
        </p:nvSpPr>
        <p:spPr>
          <a:xfrm>
            <a:off x="3267600" y="2872106"/>
            <a:ext cx="2403600" cy="2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4275" rIns="68575" bIns="34275" anchor="t" anchorCtr="0">
            <a:normAutofit/>
          </a:bodyPr>
          <a:lstStyle>
            <a:lvl1pPr marR="0" lvl="0" algn="l">
              <a:lnSpc>
                <a:spcPct val="128571"/>
              </a:lnSpc>
              <a:spcBef>
                <a:spcPts val="800"/>
              </a:spcBef>
              <a:spcAft>
                <a:spcPts val="0"/>
              </a:spcAft>
              <a:buClr>
                <a:srgbClr val="B83A4B"/>
              </a:buClr>
              <a:buSzPts val="1100"/>
              <a:buNone/>
              <a:defRPr sz="1100" b="1" i="0">
                <a:solidFill>
                  <a:srgbClr val="B83A4B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100"/>
              <a:buFont typeface="Lato"/>
              <a:buNone/>
              <a:defRPr sz="11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Font typeface="Lato"/>
              <a:buNone/>
              <a:defRPr sz="11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Font typeface="Lato"/>
              <a:buNone/>
              <a:defRPr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Font typeface="Lato"/>
              <a:buNone/>
              <a:defRPr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ato"/>
              <a:buNone/>
              <a:defRPr sz="1100">
                <a:latin typeface="Lato"/>
                <a:ea typeface="Lato"/>
                <a:cs typeface="Lato"/>
                <a:sym typeface="Lato"/>
              </a:defRPr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ato"/>
              <a:buNone/>
              <a:defRPr sz="1100">
                <a:latin typeface="Lato"/>
                <a:ea typeface="Lato"/>
                <a:cs typeface="Lato"/>
                <a:sym typeface="Lato"/>
              </a:defRPr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ato"/>
              <a:buNone/>
              <a:defRPr sz="1100">
                <a:latin typeface="Lato"/>
                <a:ea typeface="Lato"/>
                <a:cs typeface="Lato"/>
                <a:sym typeface="Lato"/>
              </a:defRPr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ato"/>
              <a:buNone/>
              <a:defRPr sz="1100"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171" name="Google Shape;171;p23"/>
          <p:cNvSpPr txBox="1">
            <a:spLocks noGrp="1"/>
          </p:cNvSpPr>
          <p:nvPr>
            <p:ph type="subTitle" idx="6"/>
          </p:nvPr>
        </p:nvSpPr>
        <p:spPr>
          <a:xfrm>
            <a:off x="6004135" y="2872115"/>
            <a:ext cx="2526000" cy="2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4275" rIns="68575" bIns="34275" anchor="t" anchorCtr="0">
            <a:normAutofit/>
          </a:bodyPr>
          <a:lstStyle>
            <a:lvl1pPr marR="0" lvl="0" algn="l">
              <a:lnSpc>
                <a:spcPct val="128571"/>
              </a:lnSpc>
              <a:spcBef>
                <a:spcPts val="800"/>
              </a:spcBef>
              <a:spcAft>
                <a:spcPts val="0"/>
              </a:spcAft>
              <a:buClr>
                <a:srgbClr val="B83A4B"/>
              </a:buClr>
              <a:buSzPts val="1100"/>
              <a:buNone/>
              <a:defRPr sz="1100" b="1" i="0">
                <a:solidFill>
                  <a:srgbClr val="B83A4B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100"/>
              <a:buFont typeface="Lato"/>
              <a:buNone/>
              <a:defRPr sz="11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Font typeface="Lato"/>
              <a:buNone/>
              <a:defRPr sz="11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Font typeface="Lato"/>
              <a:buNone/>
              <a:defRPr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Font typeface="Lato"/>
              <a:buNone/>
              <a:defRPr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ato"/>
              <a:buNone/>
              <a:defRPr sz="1100">
                <a:latin typeface="Lato"/>
                <a:ea typeface="Lato"/>
                <a:cs typeface="Lato"/>
                <a:sym typeface="Lato"/>
              </a:defRPr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ato"/>
              <a:buNone/>
              <a:defRPr sz="1100">
                <a:latin typeface="Lato"/>
                <a:ea typeface="Lato"/>
                <a:cs typeface="Lato"/>
                <a:sym typeface="Lato"/>
              </a:defRPr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ato"/>
              <a:buNone/>
              <a:defRPr sz="1100">
                <a:latin typeface="Lato"/>
                <a:ea typeface="Lato"/>
                <a:cs typeface="Lato"/>
                <a:sym typeface="Lato"/>
              </a:defRPr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ato"/>
              <a:buNone/>
              <a:defRPr sz="1100"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172" name="Google Shape;172;p23"/>
          <p:cNvSpPr txBox="1">
            <a:spLocks noGrp="1"/>
          </p:cNvSpPr>
          <p:nvPr>
            <p:ph type="subTitle" idx="7"/>
          </p:nvPr>
        </p:nvSpPr>
        <p:spPr>
          <a:xfrm>
            <a:off x="612545" y="1596740"/>
            <a:ext cx="2526000" cy="2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4275" rIns="68575" bIns="34275" anchor="t" anchorCtr="0">
            <a:normAutofit/>
          </a:bodyPr>
          <a:lstStyle>
            <a:lvl1pPr marR="0" lv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3F3F3F"/>
              </a:buClr>
              <a:buSzPts val="1100"/>
              <a:buFont typeface="Arial"/>
              <a:buNone/>
              <a:defRPr sz="1100" b="1" i="0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100"/>
              <a:buNone/>
              <a:defRPr sz="1100">
                <a:solidFill>
                  <a:srgbClr val="3F3F3F"/>
                </a:solidFill>
              </a:defRPr>
            </a:lvl2pPr>
            <a:lvl3pPr lvl="2" algn="ctr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100"/>
              <a:buNone/>
              <a:defRPr sz="1100">
                <a:solidFill>
                  <a:srgbClr val="3F3F3F"/>
                </a:solidFill>
              </a:defRPr>
            </a:lvl3pPr>
            <a:lvl4pPr lvl="3" algn="ctr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100"/>
              <a:buNone/>
              <a:defRPr>
                <a:solidFill>
                  <a:srgbClr val="3F3F3F"/>
                </a:solidFill>
              </a:defRPr>
            </a:lvl4pPr>
            <a:lvl5pPr lvl="4" algn="ctr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100"/>
              <a:buNone/>
              <a:defRPr>
                <a:solidFill>
                  <a:srgbClr val="3F3F3F"/>
                </a:solidFill>
              </a:defRPr>
            </a:lvl5pPr>
            <a:lvl6pPr lvl="5" algn="ctr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100"/>
              <a:buNone/>
              <a:defRPr sz="1100">
                <a:solidFill>
                  <a:srgbClr val="3F3F3F"/>
                </a:solidFill>
              </a:defRPr>
            </a:lvl6pPr>
            <a:lvl7pPr lvl="6" algn="ctr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100"/>
              <a:buNone/>
              <a:defRPr sz="1100">
                <a:solidFill>
                  <a:srgbClr val="3F3F3F"/>
                </a:solidFill>
              </a:defRPr>
            </a:lvl7pPr>
            <a:lvl8pPr lvl="7" algn="ctr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100"/>
              <a:buNone/>
              <a:defRPr sz="1100">
                <a:solidFill>
                  <a:srgbClr val="3F3F3F"/>
                </a:solidFill>
              </a:defRPr>
            </a:lvl8pPr>
            <a:lvl9pPr lvl="8" algn="ctr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100"/>
              <a:buNone/>
              <a:defRPr sz="1100">
                <a:solidFill>
                  <a:srgbClr val="3F3F3F"/>
                </a:solidFill>
              </a:defRPr>
            </a:lvl9pPr>
          </a:lstStyle>
          <a:p>
            <a:endParaRPr/>
          </a:p>
        </p:txBody>
      </p:sp>
      <p:sp>
        <p:nvSpPr>
          <p:cNvPr id="173" name="Google Shape;173;p23"/>
          <p:cNvSpPr txBox="1">
            <a:spLocks noGrp="1"/>
          </p:cNvSpPr>
          <p:nvPr>
            <p:ph type="subTitle" idx="8"/>
          </p:nvPr>
        </p:nvSpPr>
        <p:spPr>
          <a:xfrm>
            <a:off x="604779" y="2054699"/>
            <a:ext cx="2526000" cy="2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4275" rIns="68575" bIns="34275" anchor="t" anchorCtr="0">
            <a:normAutofit/>
          </a:bodyPr>
          <a:lstStyle>
            <a:lvl1pPr marR="0" lv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3F3F3F"/>
              </a:buClr>
              <a:buSzPts val="1100"/>
              <a:buNone/>
              <a:defRPr sz="1100" i="0">
                <a:solidFill>
                  <a:srgbClr val="3F3F3F"/>
                </a:solidFill>
              </a:defRPr>
            </a:lvl1pPr>
            <a:lvl2pPr lvl="1" algn="ctr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100"/>
              <a:buFont typeface="Lato"/>
              <a:buNone/>
              <a:defRPr sz="1100">
                <a:solidFill>
                  <a:srgbClr val="3F3F3F"/>
                </a:solidFill>
              </a:defRPr>
            </a:lvl2pPr>
            <a:lvl3pPr lvl="2" algn="ctr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100"/>
              <a:buFont typeface="Lato"/>
              <a:buNone/>
              <a:defRPr sz="1100">
                <a:solidFill>
                  <a:srgbClr val="3F3F3F"/>
                </a:solidFill>
              </a:defRPr>
            </a:lvl3pPr>
            <a:lvl4pPr lvl="3" algn="ctr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100"/>
              <a:buFont typeface="Lato"/>
              <a:buNone/>
              <a:defRPr>
                <a:solidFill>
                  <a:srgbClr val="3F3F3F"/>
                </a:solidFill>
              </a:defRPr>
            </a:lvl4pPr>
            <a:lvl5pPr lvl="4" algn="ctr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100"/>
              <a:buFont typeface="Lato"/>
              <a:buNone/>
              <a:defRPr>
                <a:solidFill>
                  <a:srgbClr val="3F3F3F"/>
                </a:solidFill>
              </a:defRPr>
            </a:lvl5pPr>
            <a:lvl6pPr lvl="5" algn="ctr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100"/>
              <a:buFont typeface="Lato"/>
              <a:buNone/>
              <a:defRPr sz="1100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100"/>
              <a:buFont typeface="Lato"/>
              <a:buNone/>
              <a:defRPr sz="1100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100"/>
              <a:buFont typeface="Lato"/>
              <a:buNone/>
              <a:defRPr sz="1100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100"/>
              <a:buFont typeface="Lato"/>
              <a:buNone/>
              <a:defRPr sz="1100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174" name="Google Shape;174;p23"/>
          <p:cNvSpPr txBox="1">
            <a:spLocks noGrp="1"/>
          </p:cNvSpPr>
          <p:nvPr>
            <p:ph type="subTitle" idx="9"/>
          </p:nvPr>
        </p:nvSpPr>
        <p:spPr>
          <a:xfrm>
            <a:off x="616413" y="3259073"/>
            <a:ext cx="2526000" cy="2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4275" rIns="68575" bIns="34275" anchor="t" anchorCtr="0">
            <a:normAutofit/>
          </a:bodyPr>
          <a:lstStyle>
            <a:lvl1pPr marR="0" lv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3F3F3F"/>
              </a:buClr>
              <a:buSzPts val="1100"/>
              <a:buFont typeface="Arial"/>
              <a:buNone/>
              <a:defRPr sz="1100" b="1" i="0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700"/>
              <a:buNone/>
              <a:defRPr sz="1500">
                <a:solidFill>
                  <a:srgbClr val="3F3F3F"/>
                </a:solidFill>
              </a:defRPr>
            </a:lvl2pPr>
            <a:lvl3pPr lvl="2" algn="ctr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500"/>
              <a:buNone/>
              <a:defRPr sz="1400">
                <a:solidFill>
                  <a:srgbClr val="3F3F3F"/>
                </a:solidFill>
              </a:defRPr>
            </a:lvl3pPr>
            <a:lvl4pPr lvl="3" algn="ctr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300"/>
              <a:buNone/>
              <a:defRPr sz="1200">
                <a:solidFill>
                  <a:srgbClr val="3F3F3F"/>
                </a:solidFill>
              </a:defRPr>
            </a:lvl4pPr>
            <a:lvl5pPr lvl="4" algn="ctr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300"/>
              <a:buNone/>
              <a:defRPr sz="1200">
                <a:solidFill>
                  <a:srgbClr val="3F3F3F"/>
                </a:solidFill>
              </a:defRPr>
            </a:lvl5pPr>
            <a:lvl6pPr lvl="5" algn="ctr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200"/>
              <a:buNone/>
              <a:defRPr sz="1200">
                <a:solidFill>
                  <a:srgbClr val="3F3F3F"/>
                </a:solidFill>
              </a:defRPr>
            </a:lvl6pPr>
            <a:lvl7pPr lvl="6" algn="ctr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200"/>
              <a:buNone/>
              <a:defRPr sz="1200">
                <a:solidFill>
                  <a:srgbClr val="3F3F3F"/>
                </a:solidFill>
              </a:defRPr>
            </a:lvl7pPr>
            <a:lvl8pPr lvl="7" algn="ctr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200"/>
              <a:buNone/>
              <a:defRPr sz="1200">
                <a:solidFill>
                  <a:srgbClr val="3F3F3F"/>
                </a:solidFill>
              </a:defRPr>
            </a:lvl8pPr>
            <a:lvl9pPr lvl="8" algn="ctr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200"/>
              <a:buNone/>
              <a:defRPr sz="1200">
                <a:solidFill>
                  <a:srgbClr val="3F3F3F"/>
                </a:solidFill>
              </a:defRPr>
            </a:lvl9pPr>
          </a:lstStyle>
          <a:p>
            <a:endParaRPr/>
          </a:p>
        </p:txBody>
      </p:sp>
      <p:sp>
        <p:nvSpPr>
          <p:cNvPr id="175" name="Google Shape;175;p23"/>
          <p:cNvSpPr txBox="1">
            <a:spLocks noGrp="1"/>
          </p:cNvSpPr>
          <p:nvPr>
            <p:ph type="subTitle" idx="13"/>
          </p:nvPr>
        </p:nvSpPr>
        <p:spPr>
          <a:xfrm>
            <a:off x="608646" y="3717032"/>
            <a:ext cx="2526000" cy="2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4275" rIns="68575" bIns="34275" anchor="t" anchorCtr="0">
            <a:normAutofit/>
          </a:bodyPr>
          <a:lstStyle>
            <a:lvl1pPr marR="0" lv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3F3F3F"/>
              </a:buClr>
              <a:buSzPts val="1100"/>
              <a:buNone/>
              <a:defRPr sz="1100" i="0">
                <a:solidFill>
                  <a:srgbClr val="3F3F3F"/>
                </a:solidFill>
              </a:defRPr>
            </a:lvl1pPr>
            <a:lvl2pPr lvl="1" algn="ctr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700"/>
              <a:buFont typeface="Lato"/>
              <a:buNone/>
              <a:defRPr sz="1500">
                <a:solidFill>
                  <a:srgbClr val="3F3F3F"/>
                </a:solidFill>
              </a:defRPr>
            </a:lvl2pPr>
            <a:lvl3pPr lvl="2" algn="ctr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500"/>
              <a:buFont typeface="Lato"/>
              <a:buNone/>
              <a:defRPr sz="1400">
                <a:solidFill>
                  <a:srgbClr val="3F3F3F"/>
                </a:solidFill>
              </a:defRPr>
            </a:lvl3pPr>
            <a:lvl4pPr lvl="3" algn="ctr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300"/>
              <a:buFont typeface="Lato"/>
              <a:buNone/>
              <a:defRPr sz="1200">
                <a:solidFill>
                  <a:srgbClr val="3F3F3F"/>
                </a:solidFill>
              </a:defRPr>
            </a:lvl4pPr>
            <a:lvl5pPr lvl="4" algn="ctr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300"/>
              <a:buFont typeface="Lato"/>
              <a:buNone/>
              <a:defRPr sz="1200">
                <a:solidFill>
                  <a:srgbClr val="3F3F3F"/>
                </a:solidFill>
              </a:defRPr>
            </a:lvl5pPr>
            <a:lvl6pPr lvl="5" algn="ctr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Lato"/>
              <a:buNone/>
              <a:defRPr sz="1200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Lato"/>
              <a:buNone/>
              <a:defRPr sz="1200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Lato"/>
              <a:buNone/>
              <a:defRPr sz="1200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Lato"/>
              <a:buNone/>
              <a:defRPr sz="1200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176" name="Google Shape;176;p23"/>
          <p:cNvSpPr txBox="1">
            <a:spLocks noGrp="1"/>
          </p:cNvSpPr>
          <p:nvPr>
            <p:ph type="subTitle" idx="14"/>
          </p:nvPr>
        </p:nvSpPr>
        <p:spPr>
          <a:xfrm>
            <a:off x="3262769" y="1596740"/>
            <a:ext cx="2526000" cy="2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4275" rIns="68575" bIns="34275" anchor="t" anchorCtr="0">
            <a:normAutofit/>
          </a:bodyPr>
          <a:lstStyle>
            <a:lvl1pPr marR="0" lv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3F3F3F"/>
              </a:buClr>
              <a:buSzPts val="1100"/>
              <a:buFont typeface="Arial"/>
              <a:buNone/>
              <a:defRPr sz="1100" b="1" i="0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100"/>
              <a:buNone/>
              <a:defRPr sz="1100">
                <a:solidFill>
                  <a:srgbClr val="3F3F3F"/>
                </a:solidFill>
              </a:defRPr>
            </a:lvl2pPr>
            <a:lvl3pPr lvl="2" algn="ctr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100"/>
              <a:buNone/>
              <a:defRPr sz="1100">
                <a:solidFill>
                  <a:srgbClr val="3F3F3F"/>
                </a:solidFill>
              </a:defRPr>
            </a:lvl3pPr>
            <a:lvl4pPr lvl="3" algn="ctr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100"/>
              <a:buNone/>
              <a:defRPr>
                <a:solidFill>
                  <a:srgbClr val="3F3F3F"/>
                </a:solidFill>
              </a:defRPr>
            </a:lvl4pPr>
            <a:lvl5pPr lvl="4" algn="ctr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100"/>
              <a:buNone/>
              <a:defRPr>
                <a:solidFill>
                  <a:srgbClr val="3F3F3F"/>
                </a:solidFill>
              </a:defRPr>
            </a:lvl5pPr>
            <a:lvl6pPr lvl="5" algn="ctr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100"/>
              <a:buNone/>
              <a:defRPr sz="1100">
                <a:solidFill>
                  <a:srgbClr val="3F3F3F"/>
                </a:solidFill>
              </a:defRPr>
            </a:lvl6pPr>
            <a:lvl7pPr lvl="6" algn="ctr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100"/>
              <a:buNone/>
              <a:defRPr sz="1100">
                <a:solidFill>
                  <a:srgbClr val="3F3F3F"/>
                </a:solidFill>
              </a:defRPr>
            </a:lvl7pPr>
            <a:lvl8pPr lvl="7" algn="ctr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100"/>
              <a:buNone/>
              <a:defRPr sz="1100">
                <a:solidFill>
                  <a:srgbClr val="3F3F3F"/>
                </a:solidFill>
              </a:defRPr>
            </a:lvl8pPr>
            <a:lvl9pPr lvl="8" algn="ctr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100"/>
              <a:buNone/>
              <a:defRPr sz="1100">
                <a:solidFill>
                  <a:srgbClr val="3F3F3F"/>
                </a:solidFill>
              </a:defRPr>
            </a:lvl9pPr>
          </a:lstStyle>
          <a:p>
            <a:endParaRPr/>
          </a:p>
        </p:txBody>
      </p:sp>
      <p:sp>
        <p:nvSpPr>
          <p:cNvPr id="177" name="Google Shape;177;p23"/>
          <p:cNvSpPr txBox="1">
            <a:spLocks noGrp="1"/>
          </p:cNvSpPr>
          <p:nvPr>
            <p:ph type="subTitle" idx="15"/>
          </p:nvPr>
        </p:nvSpPr>
        <p:spPr>
          <a:xfrm>
            <a:off x="3255002" y="2054699"/>
            <a:ext cx="2526000" cy="2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4275" rIns="68575" bIns="34275" anchor="t" anchorCtr="0">
            <a:normAutofit/>
          </a:bodyPr>
          <a:lstStyle>
            <a:lvl1pPr marR="0" lv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3F3F3F"/>
              </a:buClr>
              <a:buSzPts val="1100"/>
              <a:buNone/>
              <a:defRPr sz="1100" i="0">
                <a:solidFill>
                  <a:srgbClr val="3F3F3F"/>
                </a:solidFill>
              </a:defRPr>
            </a:lvl1pPr>
            <a:lvl2pPr lvl="1" algn="ctr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100"/>
              <a:buFont typeface="Lato"/>
              <a:buNone/>
              <a:defRPr sz="1100">
                <a:solidFill>
                  <a:srgbClr val="3F3F3F"/>
                </a:solidFill>
              </a:defRPr>
            </a:lvl2pPr>
            <a:lvl3pPr lvl="2" algn="ctr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100"/>
              <a:buFont typeface="Lato"/>
              <a:buNone/>
              <a:defRPr sz="1100">
                <a:solidFill>
                  <a:srgbClr val="3F3F3F"/>
                </a:solidFill>
              </a:defRPr>
            </a:lvl3pPr>
            <a:lvl4pPr lvl="3" algn="ctr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100"/>
              <a:buFont typeface="Lato"/>
              <a:buNone/>
              <a:defRPr>
                <a:solidFill>
                  <a:srgbClr val="3F3F3F"/>
                </a:solidFill>
              </a:defRPr>
            </a:lvl4pPr>
            <a:lvl5pPr lvl="4" algn="ctr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100"/>
              <a:buFont typeface="Lato"/>
              <a:buNone/>
              <a:defRPr>
                <a:solidFill>
                  <a:srgbClr val="3F3F3F"/>
                </a:solidFill>
              </a:defRPr>
            </a:lvl5pPr>
            <a:lvl6pPr lvl="5" algn="ctr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100"/>
              <a:buFont typeface="Lato"/>
              <a:buNone/>
              <a:defRPr sz="1100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100"/>
              <a:buFont typeface="Lato"/>
              <a:buNone/>
              <a:defRPr sz="1100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100"/>
              <a:buFont typeface="Lato"/>
              <a:buNone/>
              <a:defRPr sz="1100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100"/>
              <a:buFont typeface="Lato"/>
              <a:buNone/>
              <a:defRPr sz="1100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178" name="Google Shape;178;p23"/>
          <p:cNvSpPr txBox="1">
            <a:spLocks noGrp="1"/>
          </p:cNvSpPr>
          <p:nvPr>
            <p:ph type="subTitle" idx="16"/>
          </p:nvPr>
        </p:nvSpPr>
        <p:spPr>
          <a:xfrm>
            <a:off x="3266636" y="3259073"/>
            <a:ext cx="2526000" cy="2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4275" rIns="68575" bIns="34275" anchor="t" anchorCtr="0">
            <a:normAutofit/>
          </a:bodyPr>
          <a:lstStyle>
            <a:lvl1pPr marR="0" lv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3F3F3F"/>
              </a:buClr>
              <a:buSzPts val="1100"/>
              <a:buFont typeface="Arial"/>
              <a:buNone/>
              <a:defRPr sz="1100" b="1" i="0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700"/>
              <a:buNone/>
              <a:defRPr sz="1500">
                <a:solidFill>
                  <a:srgbClr val="3F3F3F"/>
                </a:solidFill>
              </a:defRPr>
            </a:lvl2pPr>
            <a:lvl3pPr lvl="2" algn="ctr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500"/>
              <a:buNone/>
              <a:defRPr sz="1400">
                <a:solidFill>
                  <a:srgbClr val="3F3F3F"/>
                </a:solidFill>
              </a:defRPr>
            </a:lvl3pPr>
            <a:lvl4pPr lvl="3" algn="ctr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300"/>
              <a:buNone/>
              <a:defRPr sz="1200">
                <a:solidFill>
                  <a:srgbClr val="3F3F3F"/>
                </a:solidFill>
              </a:defRPr>
            </a:lvl4pPr>
            <a:lvl5pPr lvl="4" algn="ctr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300"/>
              <a:buNone/>
              <a:defRPr sz="1200">
                <a:solidFill>
                  <a:srgbClr val="3F3F3F"/>
                </a:solidFill>
              </a:defRPr>
            </a:lvl5pPr>
            <a:lvl6pPr lvl="5" algn="ctr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200"/>
              <a:buNone/>
              <a:defRPr sz="1200">
                <a:solidFill>
                  <a:srgbClr val="3F3F3F"/>
                </a:solidFill>
              </a:defRPr>
            </a:lvl6pPr>
            <a:lvl7pPr lvl="6" algn="ctr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200"/>
              <a:buNone/>
              <a:defRPr sz="1200">
                <a:solidFill>
                  <a:srgbClr val="3F3F3F"/>
                </a:solidFill>
              </a:defRPr>
            </a:lvl7pPr>
            <a:lvl8pPr lvl="7" algn="ctr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200"/>
              <a:buNone/>
              <a:defRPr sz="1200">
                <a:solidFill>
                  <a:srgbClr val="3F3F3F"/>
                </a:solidFill>
              </a:defRPr>
            </a:lvl8pPr>
            <a:lvl9pPr lvl="8" algn="ctr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200"/>
              <a:buNone/>
              <a:defRPr sz="1200">
                <a:solidFill>
                  <a:srgbClr val="3F3F3F"/>
                </a:solidFill>
              </a:defRPr>
            </a:lvl9pPr>
          </a:lstStyle>
          <a:p>
            <a:endParaRPr/>
          </a:p>
        </p:txBody>
      </p:sp>
      <p:sp>
        <p:nvSpPr>
          <p:cNvPr id="179" name="Google Shape;179;p23"/>
          <p:cNvSpPr txBox="1">
            <a:spLocks noGrp="1"/>
          </p:cNvSpPr>
          <p:nvPr>
            <p:ph type="subTitle" idx="17"/>
          </p:nvPr>
        </p:nvSpPr>
        <p:spPr>
          <a:xfrm>
            <a:off x="3258870" y="3717032"/>
            <a:ext cx="2526000" cy="2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4275" rIns="68575" bIns="34275" anchor="t" anchorCtr="0">
            <a:normAutofit/>
          </a:bodyPr>
          <a:lstStyle>
            <a:lvl1pPr marR="0" lv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3F3F3F"/>
              </a:buClr>
              <a:buSzPts val="1100"/>
              <a:buNone/>
              <a:defRPr sz="1100" i="0">
                <a:solidFill>
                  <a:srgbClr val="3F3F3F"/>
                </a:solidFill>
              </a:defRPr>
            </a:lvl1pPr>
            <a:lvl2pPr lvl="1" algn="ctr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700"/>
              <a:buFont typeface="Lato"/>
              <a:buNone/>
              <a:defRPr sz="1500">
                <a:solidFill>
                  <a:srgbClr val="3F3F3F"/>
                </a:solidFill>
              </a:defRPr>
            </a:lvl2pPr>
            <a:lvl3pPr lvl="2" algn="ctr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500"/>
              <a:buFont typeface="Lato"/>
              <a:buNone/>
              <a:defRPr sz="1400">
                <a:solidFill>
                  <a:srgbClr val="3F3F3F"/>
                </a:solidFill>
              </a:defRPr>
            </a:lvl3pPr>
            <a:lvl4pPr lvl="3" algn="ctr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300"/>
              <a:buFont typeface="Lato"/>
              <a:buNone/>
              <a:defRPr sz="1200">
                <a:solidFill>
                  <a:srgbClr val="3F3F3F"/>
                </a:solidFill>
              </a:defRPr>
            </a:lvl4pPr>
            <a:lvl5pPr lvl="4" algn="ctr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300"/>
              <a:buFont typeface="Lato"/>
              <a:buNone/>
              <a:defRPr sz="1200">
                <a:solidFill>
                  <a:srgbClr val="3F3F3F"/>
                </a:solidFill>
              </a:defRPr>
            </a:lvl5pPr>
            <a:lvl6pPr lvl="5" algn="ctr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Lato"/>
              <a:buNone/>
              <a:defRPr sz="1200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Lato"/>
              <a:buNone/>
              <a:defRPr sz="1200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Lato"/>
              <a:buNone/>
              <a:defRPr sz="1200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Lato"/>
              <a:buNone/>
              <a:defRPr sz="1200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180" name="Google Shape;180;p23"/>
          <p:cNvSpPr txBox="1">
            <a:spLocks noGrp="1"/>
          </p:cNvSpPr>
          <p:nvPr>
            <p:ph type="subTitle" idx="18"/>
          </p:nvPr>
        </p:nvSpPr>
        <p:spPr>
          <a:xfrm>
            <a:off x="5999431" y="1599444"/>
            <a:ext cx="2526000" cy="2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4275" rIns="68575" bIns="34275" anchor="t" anchorCtr="0">
            <a:normAutofit/>
          </a:bodyPr>
          <a:lstStyle>
            <a:lvl1pPr marR="0" lv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3F3F3F"/>
              </a:buClr>
              <a:buSzPts val="1100"/>
              <a:buFont typeface="Arial"/>
              <a:buNone/>
              <a:defRPr sz="1100" b="1" i="0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100"/>
              <a:buNone/>
              <a:defRPr sz="1100">
                <a:solidFill>
                  <a:srgbClr val="3F3F3F"/>
                </a:solidFill>
              </a:defRPr>
            </a:lvl2pPr>
            <a:lvl3pPr lvl="2" algn="ctr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100"/>
              <a:buNone/>
              <a:defRPr sz="1100">
                <a:solidFill>
                  <a:srgbClr val="3F3F3F"/>
                </a:solidFill>
              </a:defRPr>
            </a:lvl3pPr>
            <a:lvl4pPr lvl="3" algn="ctr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100"/>
              <a:buNone/>
              <a:defRPr>
                <a:solidFill>
                  <a:srgbClr val="3F3F3F"/>
                </a:solidFill>
              </a:defRPr>
            </a:lvl4pPr>
            <a:lvl5pPr lvl="4" algn="ctr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100"/>
              <a:buNone/>
              <a:defRPr>
                <a:solidFill>
                  <a:srgbClr val="3F3F3F"/>
                </a:solidFill>
              </a:defRPr>
            </a:lvl5pPr>
            <a:lvl6pPr lvl="5" algn="ctr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100"/>
              <a:buNone/>
              <a:defRPr sz="1100">
                <a:solidFill>
                  <a:srgbClr val="3F3F3F"/>
                </a:solidFill>
              </a:defRPr>
            </a:lvl6pPr>
            <a:lvl7pPr lvl="6" algn="ctr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100"/>
              <a:buNone/>
              <a:defRPr sz="1100">
                <a:solidFill>
                  <a:srgbClr val="3F3F3F"/>
                </a:solidFill>
              </a:defRPr>
            </a:lvl7pPr>
            <a:lvl8pPr lvl="7" algn="ctr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100"/>
              <a:buNone/>
              <a:defRPr sz="1100">
                <a:solidFill>
                  <a:srgbClr val="3F3F3F"/>
                </a:solidFill>
              </a:defRPr>
            </a:lvl8pPr>
            <a:lvl9pPr lvl="8" algn="ctr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100"/>
              <a:buNone/>
              <a:defRPr sz="1100">
                <a:solidFill>
                  <a:srgbClr val="3F3F3F"/>
                </a:solidFill>
              </a:defRPr>
            </a:lvl9pPr>
          </a:lstStyle>
          <a:p>
            <a:endParaRPr/>
          </a:p>
        </p:txBody>
      </p:sp>
      <p:sp>
        <p:nvSpPr>
          <p:cNvPr id="181" name="Google Shape;181;p23"/>
          <p:cNvSpPr txBox="1">
            <a:spLocks noGrp="1"/>
          </p:cNvSpPr>
          <p:nvPr>
            <p:ph type="subTitle" idx="19"/>
          </p:nvPr>
        </p:nvSpPr>
        <p:spPr>
          <a:xfrm>
            <a:off x="5991664" y="2057403"/>
            <a:ext cx="2526000" cy="2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4275" rIns="68575" bIns="34275" anchor="t" anchorCtr="0">
            <a:normAutofit/>
          </a:bodyPr>
          <a:lstStyle>
            <a:lvl1pPr marR="0" lv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3F3F3F"/>
              </a:buClr>
              <a:buSzPts val="1100"/>
              <a:buNone/>
              <a:defRPr sz="1100" i="0">
                <a:solidFill>
                  <a:srgbClr val="3F3F3F"/>
                </a:solidFill>
              </a:defRPr>
            </a:lvl1pPr>
            <a:lvl2pPr lvl="1" algn="ctr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100"/>
              <a:buFont typeface="Lato"/>
              <a:buNone/>
              <a:defRPr sz="1100">
                <a:solidFill>
                  <a:srgbClr val="3F3F3F"/>
                </a:solidFill>
              </a:defRPr>
            </a:lvl2pPr>
            <a:lvl3pPr lvl="2" algn="ctr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100"/>
              <a:buFont typeface="Lato"/>
              <a:buNone/>
              <a:defRPr sz="1100">
                <a:solidFill>
                  <a:srgbClr val="3F3F3F"/>
                </a:solidFill>
              </a:defRPr>
            </a:lvl3pPr>
            <a:lvl4pPr lvl="3" algn="ctr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100"/>
              <a:buFont typeface="Lato"/>
              <a:buNone/>
              <a:defRPr>
                <a:solidFill>
                  <a:srgbClr val="3F3F3F"/>
                </a:solidFill>
              </a:defRPr>
            </a:lvl4pPr>
            <a:lvl5pPr lvl="4" algn="ctr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100"/>
              <a:buFont typeface="Lato"/>
              <a:buNone/>
              <a:defRPr>
                <a:solidFill>
                  <a:srgbClr val="3F3F3F"/>
                </a:solidFill>
              </a:defRPr>
            </a:lvl5pPr>
            <a:lvl6pPr lvl="5" algn="ctr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100"/>
              <a:buFont typeface="Lato"/>
              <a:buNone/>
              <a:defRPr sz="1100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100"/>
              <a:buFont typeface="Lato"/>
              <a:buNone/>
              <a:defRPr sz="1100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100"/>
              <a:buFont typeface="Lato"/>
              <a:buNone/>
              <a:defRPr sz="1100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100"/>
              <a:buFont typeface="Lato"/>
              <a:buNone/>
              <a:defRPr sz="1100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182" name="Google Shape;182;p23"/>
          <p:cNvSpPr txBox="1">
            <a:spLocks noGrp="1"/>
          </p:cNvSpPr>
          <p:nvPr>
            <p:ph type="subTitle" idx="20"/>
          </p:nvPr>
        </p:nvSpPr>
        <p:spPr>
          <a:xfrm>
            <a:off x="6003299" y="3261776"/>
            <a:ext cx="2526000" cy="2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4275" rIns="68575" bIns="34275" anchor="t" anchorCtr="0">
            <a:normAutofit/>
          </a:bodyPr>
          <a:lstStyle>
            <a:lvl1pPr marR="0" lv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3F3F3F"/>
              </a:buClr>
              <a:buSzPts val="1100"/>
              <a:buFont typeface="Arial"/>
              <a:buNone/>
              <a:defRPr sz="1100" b="1" i="0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700"/>
              <a:buNone/>
              <a:defRPr sz="1500">
                <a:solidFill>
                  <a:srgbClr val="3F3F3F"/>
                </a:solidFill>
              </a:defRPr>
            </a:lvl2pPr>
            <a:lvl3pPr lvl="2" algn="ctr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500"/>
              <a:buNone/>
              <a:defRPr sz="1400">
                <a:solidFill>
                  <a:srgbClr val="3F3F3F"/>
                </a:solidFill>
              </a:defRPr>
            </a:lvl3pPr>
            <a:lvl4pPr lvl="3" algn="ctr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300"/>
              <a:buNone/>
              <a:defRPr sz="1200">
                <a:solidFill>
                  <a:srgbClr val="3F3F3F"/>
                </a:solidFill>
              </a:defRPr>
            </a:lvl4pPr>
            <a:lvl5pPr lvl="4" algn="ctr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300"/>
              <a:buNone/>
              <a:defRPr sz="1200">
                <a:solidFill>
                  <a:srgbClr val="3F3F3F"/>
                </a:solidFill>
              </a:defRPr>
            </a:lvl5pPr>
            <a:lvl6pPr lvl="5" algn="ctr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200"/>
              <a:buNone/>
              <a:defRPr sz="1200">
                <a:solidFill>
                  <a:srgbClr val="3F3F3F"/>
                </a:solidFill>
              </a:defRPr>
            </a:lvl6pPr>
            <a:lvl7pPr lvl="6" algn="ctr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200"/>
              <a:buNone/>
              <a:defRPr sz="1200">
                <a:solidFill>
                  <a:srgbClr val="3F3F3F"/>
                </a:solidFill>
              </a:defRPr>
            </a:lvl7pPr>
            <a:lvl8pPr lvl="7" algn="ctr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200"/>
              <a:buNone/>
              <a:defRPr sz="1200">
                <a:solidFill>
                  <a:srgbClr val="3F3F3F"/>
                </a:solidFill>
              </a:defRPr>
            </a:lvl8pPr>
            <a:lvl9pPr lvl="8" algn="ctr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200"/>
              <a:buNone/>
              <a:defRPr sz="1200">
                <a:solidFill>
                  <a:srgbClr val="3F3F3F"/>
                </a:solidFill>
              </a:defRPr>
            </a:lvl9pPr>
          </a:lstStyle>
          <a:p>
            <a:endParaRPr/>
          </a:p>
        </p:txBody>
      </p:sp>
      <p:sp>
        <p:nvSpPr>
          <p:cNvPr id="183" name="Google Shape;183;p23"/>
          <p:cNvSpPr txBox="1">
            <a:spLocks noGrp="1"/>
          </p:cNvSpPr>
          <p:nvPr>
            <p:ph type="subTitle" idx="21"/>
          </p:nvPr>
        </p:nvSpPr>
        <p:spPr>
          <a:xfrm>
            <a:off x="5995532" y="3719736"/>
            <a:ext cx="2526000" cy="2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4275" rIns="68575" bIns="34275" anchor="t" anchorCtr="0">
            <a:normAutofit/>
          </a:bodyPr>
          <a:lstStyle>
            <a:lvl1pPr marR="0" lv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3F3F3F"/>
              </a:buClr>
              <a:buSzPts val="1100"/>
              <a:buNone/>
              <a:defRPr sz="1100" i="0">
                <a:solidFill>
                  <a:srgbClr val="3F3F3F"/>
                </a:solidFill>
              </a:defRPr>
            </a:lvl1pPr>
            <a:lvl2pPr lvl="1" algn="ctr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700"/>
              <a:buFont typeface="Lato"/>
              <a:buNone/>
              <a:defRPr sz="1500">
                <a:solidFill>
                  <a:srgbClr val="3F3F3F"/>
                </a:solidFill>
              </a:defRPr>
            </a:lvl2pPr>
            <a:lvl3pPr lvl="2" algn="ctr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500"/>
              <a:buFont typeface="Lato"/>
              <a:buNone/>
              <a:defRPr sz="1400">
                <a:solidFill>
                  <a:srgbClr val="3F3F3F"/>
                </a:solidFill>
              </a:defRPr>
            </a:lvl3pPr>
            <a:lvl4pPr lvl="3" algn="ctr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300"/>
              <a:buFont typeface="Lato"/>
              <a:buNone/>
              <a:defRPr sz="1200">
                <a:solidFill>
                  <a:srgbClr val="3F3F3F"/>
                </a:solidFill>
              </a:defRPr>
            </a:lvl4pPr>
            <a:lvl5pPr lvl="4" algn="ctr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300"/>
              <a:buFont typeface="Lato"/>
              <a:buNone/>
              <a:defRPr sz="1200">
                <a:solidFill>
                  <a:srgbClr val="3F3F3F"/>
                </a:solidFill>
              </a:defRPr>
            </a:lvl5pPr>
            <a:lvl6pPr lvl="5" algn="ctr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Lato"/>
              <a:buNone/>
              <a:defRPr sz="1200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Lato"/>
              <a:buNone/>
              <a:defRPr sz="1200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Lato"/>
              <a:buNone/>
              <a:defRPr sz="1200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Lato"/>
              <a:buNone/>
              <a:defRPr sz="1200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Break - Image">
  <p:cSld name="Section Break - Image"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5" name="Google Shape;185;p2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24"/>
          <p:cNvSpPr txBox="1">
            <a:spLocks noGrp="1"/>
          </p:cNvSpPr>
          <p:nvPr>
            <p:ph type="title"/>
          </p:nvPr>
        </p:nvSpPr>
        <p:spPr>
          <a:xfrm>
            <a:off x="600075" y="1961994"/>
            <a:ext cx="7915200" cy="9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4275" rIns="68575" bIns="34275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Lato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cxnSp>
        <p:nvCxnSpPr>
          <p:cNvPr id="187" name="Google Shape;187;p24"/>
          <p:cNvCxnSpPr/>
          <p:nvPr/>
        </p:nvCxnSpPr>
        <p:spPr>
          <a:xfrm>
            <a:off x="600075" y="1891505"/>
            <a:ext cx="79152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188" name="Google Shape;188;p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91503" y="4771382"/>
            <a:ext cx="482363" cy="159389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24"/>
          <p:cNvSpPr txBox="1">
            <a:spLocks noGrp="1"/>
          </p:cNvSpPr>
          <p:nvPr>
            <p:ph type="sldNum" idx="12"/>
          </p:nvPr>
        </p:nvSpPr>
        <p:spPr>
          <a:xfrm>
            <a:off x="6457950" y="4712118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0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0" name="Google Shape;190;p24"/>
          <p:cNvSpPr txBox="1">
            <a:spLocks noGrp="1"/>
          </p:cNvSpPr>
          <p:nvPr>
            <p:ph type="title" idx="2"/>
          </p:nvPr>
        </p:nvSpPr>
        <p:spPr>
          <a:xfrm>
            <a:off x="610594" y="827925"/>
            <a:ext cx="7915200" cy="106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4275" rIns="68575" bIns="34275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Break - Blue">
  <p:cSld name="Section Break - Blue">
    <p:bg>
      <p:bgPr>
        <a:gradFill>
          <a:gsLst>
            <a:gs pos="0">
              <a:srgbClr val="1AA4BC"/>
            </a:gs>
            <a:gs pos="50000">
              <a:srgbClr val="006983"/>
            </a:gs>
            <a:gs pos="100000">
              <a:srgbClr val="013948"/>
            </a:gs>
          </a:gsLst>
          <a:lin ang="8100019" scaled="0"/>
        </a:gradFill>
        <a:effectLst/>
      </p:bgPr>
    </p:bg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2" name="Google Shape;192;p2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3" name="Google Shape;193;p25"/>
          <p:cNvCxnSpPr/>
          <p:nvPr/>
        </p:nvCxnSpPr>
        <p:spPr>
          <a:xfrm>
            <a:off x="600075" y="1891505"/>
            <a:ext cx="79152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194" name="Google Shape;194;p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91503" y="4771382"/>
            <a:ext cx="482363" cy="159389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25"/>
          <p:cNvSpPr txBox="1">
            <a:spLocks noGrp="1"/>
          </p:cNvSpPr>
          <p:nvPr>
            <p:ph type="sldNum" idx="12"/>
          </p:nvPr>
        </p:nvSpPr>
        <p:spPr>
          <a:xfrm>
            <a:off x="6457950" y="4712118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0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6" name="Google Shape;196;p25"/>
          <p:cNvSpPr txBox="1">
            <a:spLocks noGrp="1"/>
          </p:cNvSpPr>
          <p:nvPr>
            <p:ph type="title"/>
          </p:nvPr>
        </p:nvSpPr>
        <p:spPr>
          <a:xfrm>
            <a:off x="600075" y="1961994"/>
            <a:ext cx="7915200" cy="91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4275" rIns="68575" bIns="34275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Lato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7" name="Google Shape;197;p25"/>
          <p:cNvSpPr txBox="1">
            <a:spLocks noGrp="1"/>
          </p:cNvSpPr>
          <p:nvPr>
            <p:ph type="title" idx="2"/>
          </p:nvPr>
        </p:nvSpPr>
        <p:spPr>
          <a:xfrm>
            <a:off x="610594" y="827925"/>
            <a:ext cx="7915200" cy="106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4275" rIns="68575" bIns="34275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Break - Gray">
  <p:cSld name="Section Break - Purple">
    <p:bg>
      <p:bgPr>
        <a:gradFill>
          <a:gsLst>
            <a:gs pos="0">
              <a:srgbClr val="B6B1A9"/>
            </a:gs>
            <a:gs pos="50000">
              <a:srgbClr val="877F7A"/>
            </a:gs>
            <a:gs pos="100000">
              <a:srgbClr val="544948"/>
            </a:gs>
          </a:gsLst>
          <a:lin ang="8100019" scaled="0"/>
        </a:gradFill>
        <a:effectLst/>
      </p:bgPr>
    </p:bg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9" name="Google Shape;199;p2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00" name="Google Shape;200;p26"/>
          <p:cNvCxnSpPr/>
          <p:nvPr/>
        </p:nvCxnSpPr>
        <p:spPr>
          <a:xfrm>
            <a:off x="600075" y="1891505"/>
            <a:ext cx="79152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201" name="Google Shape;201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91503" y="4771382"/>
            <a:ext cx="482363" cy="159389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26"/>
          <p:cNvSpPr txBox="1">
            <a:spLocks noGrp="1"/>
          </p:cNvSpPr>
          <p:nvPr>
            <p:ph type="sldNum" idx="12"/>
          </p:nvPr>
        </p:nvSpPr>
        <p:spPr>
          <a:xfrm>
            <a:off x="6457950" y="4712118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0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3" name="Google Shape;203;p26"/>
          <p:cNvSpPr txBox="1">
            <a:spLocks noGrp="1"/>
          </p:cNvSpPr>
          <p:nvPr>
            <p:ph type="title"/>
          </p:nvPr>
        </p:nvSpPr>
        <p:spPr>
          <a:xfrm>
            <a:off x="600075" y="1961994"/>
            <a:ext cx="7915200" cy="91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4275" rIns="68575" bIns="34275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Lato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04" name="Google Shape;204;p26"/>
          <p:cNvSpPr txBox="1">
            <a:spLocks noGrp="1"/>
          </p:cNvSpPr>
          <p:nvPr>
            <p:ph type="title" idx="2"/>
          </p:nvPr>
        </p:nvSpPr>
        <p:spPr>
          <a:xfrm>
            <a:off x="610594" y="827925"/>
            <a:ext cx="7915200" cy="106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4275" rIns="68575" bIns="34275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Break - Orange">
  <p:cSld name="Section Break - Orange">
    <p:bg>
      <p:bgPr>
        <a:gradFill>
          <a:gsLst>
            <a:gs pos="0">
              <a:srgbClr val="FEDD5C"/>
            </a:gs>
            <a:gs pos="38000">
              <a:srgbClr val="F4B12F"/>
            </a:gs>
            <a:gs pos="78000">
              <a:srgbClr val="E98300"/>
            </a:gs>
            <a:gs pos="100000">
              <a:srgbClr val="E98300"/>
            </a:gs>
          </a:gsLst>
          <a:lin ang="8100019" scaled="0"/>
        </a:gradFill>
        <a:effectLst/>
      </p:bgPr>
    </p:bg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" name="Google Shape;206;p2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07" name="Google Shape;207;p27"/>
          <p:cNvCxnSpPr/>
          <p:nvPr/>
        </p:nvCxnSpPr>
        <p:spPr>
          <a:xfrm>
            <a:off x="600075" y="1891505"/>
            <a:ext cx="79152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208" name="Google Shape;208;p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91503" y="4771382"/>
            <a:ext cx="482363" cy="159389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7"/>
          <p:cNvSpPr txBox="1">
            <a:spLocks noGrp="1"/>
          </p:cNvSpPr>
          <p:nvPr>
            <p:ph type="sldNum" idx="12"/>
          </p:nvPr>
        </p:nvSpPr>
        <p:spPr>
          <a:xfrm>
            <a:off x="6457950" y="4712118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0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0" name="Google Shape;210;p27"/>
          <p:cNvSpPr txBox="1">
            <a:spLocks noGrp="1"/>
          </p:cNvSpPr>
          <p:nvPr>
            <p:ph type="title"/>
          </p:nvPr>
        </p:nvSpPr>
        <p:spPr>
          <a:xfrm>
            <a:off x="600075" y="1961994"/>
            <a:ext cx="7915200" cy="91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4275" rIns="68575" bIns="34275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Lato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1" name="Google Shape;211;p27"/>
          <p:cNvSpPr txBox="1">
            <a:spLocks noGrp="1"/>
          </p:cNvSpPr>
          <p:nvPr>
            <p:ph type="title" idx="2"/>
          </p:nvPr>
        </p:nvSpPr>
        <p:spPr>
          <a:xfrm>
            <a:off x="610594" y="827925"/>
            <a:ext cx="7915200" cy="106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4275" rIns="68575" bIns="34275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Break - Green">
  <p:cSld name="Section Break - Green">
    <p:bg>
      <p:bgPr>
        <a:gradFill>
          <a:gsLst>
            <a:gs pos="0">
              <a:srgbClr val="8AC751"/>
            </a:gs>
            <a:gs pos="50000">
              <a:srgbClr val="59B06D"/>
            </a:gs>
            <a:gs pos="100000">
              <a:srgbClr val="279989"/>
            </a:gs>
          </a:gsLst>
          <a:lin ang="8100019" scaled="0"/>
        </a:gradFill>
        <a:effectLst/>
      </p:bgPr>
    </p:bg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" name="Google Shape;213;p2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14" name="Google Shape;214;p28"/>
          <p:cNvCxnSpPr/>
          <p:nvPr/>
        </p:nvCxnSpPr>
        <p:spPr>
          <a:xfrm>
            <a:off x="600075" y="1891505"/>
            <a:ext cx="79152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215" name="Google Shape;215;p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91503" y="4771382"/>
            <a:ext cx="482363" cy="159389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28"/>
          <p:cNvSpPr txBox="1">
            <a:spLocks noGrp="1"/>
          </p:cNvSpPr>
          <p:nvPr>
            <p:ph type="sldNum" idx="12"/>
          </p:nvPr>
        </p:nvSpPr>
        <p:spPr>
          <a:xfrm>
            <a:off x="6457950" y="4712118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0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7" name="Google Shape;217;p28"/>
          <p:cNvSpPr txBox="1">
            <a:spLocks noGrp="1"/>
          </p:cNvSpPr>
          <p:nvPr>
            <p:ph type="title"/>
          </p:nvPr>
        </p:nvSpPr>
        <p:spPr>
          <a:xfrm>
            <a:off x="600075" y="1961994"/>
            <a:ext cx="7915200" cy="91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4275" rIns="68575" bIns="34275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Lato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8" name="Google Shape;218;p28"/>
          <p:cNvSpPr txBox="1">
            <a:spLocks noGrp="1"/>
          </p:cNvSpPr>
          <p:nvPr>
            <p:ph type="title" idx="2"/>
          </p:nvPr>
        </p:nvSpPr>
        <p:spPr>
          <a:xfrm>
            <a:off x="610594" y="827925"/>
            <a:ext cx="7915200" cy="106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4275" rIns="68575" bIns="34275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Break - White">
  <p:cSld name="Section Break - Printab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9"/>
          <p:cNvSpPr txBox="1">
            <a:spLocks noGrp="1"/>
          </p:cNvSpPr>
          <p:nvPr>
            <p:ph type="title"/>
          </p:nvPr>
        </p:nvSpPr>
        <p:spPr>
          <a:xfrm>
            <a:off x="600075" y="1961994"/>
            <a:ext cx="7915200" cy="9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4275" rIns="68575" bIns="34275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700"/>
              <a:buFont typeface="Lato"/>
              <a:buNone/>
              <a:defRPr>
                <a:solidFill>
                  <a:srgbClr val="40404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cxnSp>
        <p:nvCxnSpPr>
          <p:cNvPr id="221" name="Google Shape;221;p29"/>
          <p:cNvCxnSpPr/>
          <p:nvPr/>
        </p:nvCxnSpPr>
        <p:spPr>
          <a:xfrm>
            <a:off x="600075" y="1891505"/>
            <a:ext cx="7915200" cy="0"/>
          </a:xfrm>
          <a:prstGeom prst="straightConnector1">
            <a:avLst/>
          </a:prstGeom>
          <a:noFill/>
          <a:ln w="9525" cap="flat" cmpd="sng">
            <a:solidFill>
              <a:srgbClr val="8C151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22" name="Google Shape;222;p29"/>
          <p:cNvSpPr/>
          <p:nvPr/>
        </p:nvSpPr>
        <p:spPr>
          <a:xfrm>
            <a:off x="0" y="-10470"/>
            <a:ext cx="9144000" cy="158700"/>
          </a:xfrm>
          <a:prstGeom prst="rect">
            <a:avLst/>
          </a:prstGeom>
          <a:solidFill>
            <a:srgbClr val="D4D1D1">
              <a:alpha val="23920"/>
            </a:srgbClr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29"/>
          <p:cNvSpPr txBox="1">
            <a:spLocks noGrp="1"/>
          </p:cNvSpPr>
          <p:nvPr>
            <p:ph type="sldNum" idx="12"/>
          </p:nvPr>
        </p:nvSpPr>
        <p:spPr>
          <a:xfrm>
            <a:off x="6457950" y="4712118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0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4" name="Google Shape;224;p29"/>
          <p:cNvSpPr txBox="1">
            <a:spLocks noGrp="1"/>
          </p:cNvSpPr>
          <p:nvPr>
            <p:ph type="title" idx="2"/>
          </p:nvPr>
        </p:nvSpPr>
        <p:spPr>
          <a:xfrm>
            <a:off x="610594" y="827925"/>
            <a:ext cx="7915200" cy="106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4275" rIns="68575" bIns="34275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700"/>
              <a:buNone/>
              <a:defRPr>
                <a:solidFill>
                  <a:srgbClr val="40404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100"/>
              <a:buNone/>
              <a:defRPr>
                <a:solidFill>
                  <a:srgbClr val="404040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100"/>
              <a:buNone/>
              <a:defRPr>
                <a:solidFill>
                  <a:srgbClr val="404040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100"/>
              <a:buNone/>
              <a:defRPr>
                <a:solidFill>
                  <a:srgbClr val="404040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100"/>
              <a:buNone/>
              <a:defRPr>
                <a:solidFill>
                  <a:srgbClr val="404040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100"/>
              <a:buNone/>
              <a:defRPr>
                <a:solidFill>
                  <a:srgbClr val="404040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100"/>
              <a:buNone/>
              <a:defRPr>
                <a:solidFill>
                  <a:srgbClr val="404040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100"/>
              <a:buNone/>
              <a:defRPr>
                <a:solidFill>
                  <a:srgbClr val="404040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100"/>
              <a:buNone/>
              <a:defRPr>
                <a:solidFill>
                  <a:srgbClr val="404040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- Option 3 Layout">
  <p:cSld name="CUSTOM"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0"/>
          <p:cNvSpPr txBox="1">
            <a:spLocks noGrp="1"/>
          </p:cNvSpPr>
          <p:nvPr>
            <p:ph type="title"/>
          </p:nvPr>
        </p:nvSpPr>
        <p:spPr>
          <a:xfrm>
            <a:off x="579544" y="376125"/>
            <a:ext cx="7915200" cy="158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4275" rIns="68575" bIns="34275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7" name="Google Shape;227;p30"/>
          <p:cNvSpPr txBox="1">
            <a:spLocks noGrp="1"/>
          </p:cNvSpPr>
          <p:nvPr>
            <p:ph type="subTitle" idx="1"/>
          </p:nvPr>
        </p:nvSpPr>
        <p:spPr>
          <a:xfrm>
            <a:off x="584963" y="2111213"/>
            <a:ext cx="7915200" cy="5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300"/>
              <a:buNone/>
              <a:defRPr/>
            </a:lvl2pPr>
            <a:lvl3pPr lvl="2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300"/>
              <a:buNone/>
              <a:defRPr/>
            </a:lvl3pPr>
            <a:lvl4pPr lvl="3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8" name="Google Shape;228;p30"/>
          <p:cNvSpPr txBox="1">
            <a:spLocks noGrp="1"/>
          </p:cNvSpPr>
          <p:nvPr>
            <p:ph type="subTitle" idx="2"/>
          </p:nvPr>
        </p:nvSpPr>
        <p:spPr>
          <a:xfrm>
            <a:off x="610594" y="2988900"/>
            <a:ext cx="3901800" cy="3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4275" rIns="68575" bIns="3427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300"/>
              <a:buNone/>
              <a:defRPr/>
            </a:lvl2pPr>
            <a:lvl3pPr lvl="2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300"/>
              <a:buNone/>
              <a:defRPr/>
            </a:lvl3pPr>
            <a:lvl4pPr lvl="3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9" name="Google Shape;229;p30"/>
          <p:cNvSpPr txBox="1">
            <a:spLocks noGrp="1"/>
          </p:cNvSpPr>
          <p:nvPr>
            <p:ph type="subTitle" idx="3"/>
          </p:nvPr>
        </p:nvSpPr>
        <p:spPr>
          <a:xfrm>
            <a:off x="610594" y="3273731"/>
            <a:ext cx="3901800" cy="3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4275" rIns="68575" bIns="3427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300"/>
              <a:buNone/>
              <a:defRPr/>
            </a:lvl2pPr>
            <a:lvl3pPr lvl="2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300"/>
              <a:buNone/>
              <a:defRPr/>
            </a:lvl3pPr>
            <a:lvl4pPr lvl="3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230" name="Google Shape;230;p30"/>
          <p:cNvCxnSpPr/>
          <p:nvPr/>
        </p:nvCxnSpPr>
        <p:spPr>
          <a:xfrm>
            <a:off x="600075" y="2821749"/>
            <a:ext cx="79152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231" name="Google Shape;231;p3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69840" y="4610876"/>
            <a:ext cx="1301116" cy="24839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010152" y="4617016"/>
            <a:ext cx="1517208" cy="2528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 - 1 Column 1">
  <p:cSld name="Text Slide - 1 Column_1">
    <p:bg>
      <p:bgPr>
        <a:solidFill>
          <a:schemeClr val="lt1"/>
        </a:solidFill>
        <a:effectLst/>
      </p:bgPr>
    </p:bg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1"/>
          <p:cNvSpPr txBox="1">
            <a:spLocks noGrp="1"/>
          </p:cNvSpPr>
          <p:nvPr>
            <p:ph type="body" idx="1"/>
          </p:nvPr>
        </p:nvSpPr>
        <p:spPr>
          <a:xfrm>
            <a:off x="600075" y="832669"/>
            <a:ext cx="7915200" cy="29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4275" rIns="68575" bIns="34275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500"/>
              <a:buFont typeface="Lato"/>
              <a:buNone/>
              <a:defRPr sz="1500">
                <a:solidFill>
                  <a:srgbClr val="B83A4B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3365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 sz="1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>
                <a:solidFill>
                  <a:schemeClr val="lt1"/>
                </a:solidFill>
              </a:defRPr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>
                <a:solidFill>
                  <a:schemeClr val="lt1"/>
                </a:solidFill>
              </a:defRPr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35" name="Google Shape;235;p31"/>
          <p:cNvSpPr txBox="1">
            <a:spLocks noGrp="1"/>
          </p:cNvSpPr>
          <p:nvPr>
            <p:ph type="title"/>
          </p:nvPr>
        </p:nvSpPr>
        <p:spPr>
          <a:xfrm>
            <a:off x="600075" y="200026"/>
            <a:ext cx="7915200" cy="47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C1515"/>
              </a:buClr>
              <a:buSzPts val="2400"/>
              <a:buFont typeface="Lato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cxnSp>
        <p:nvCxnSpPr>
          <p:cNvPr id="236" name="Google Shape;236;p31"/>
          <p:cNvCxnSpPr/>
          <p:nvPr/>
        </p:nvCxnSpPr>
        <p:spPr>
          <a:xfrm>
            <a:off x="600075" y="695351"/>
            <a:ext cx="7915200" cy="0"/>
          </a:xfrm>
          <a:prstGeom prst="straightConnector1">
            <a:avLst/>
          </a:prstGeom>
          <a:noFill/>
          <a:ln w="9525" cap="flat" cmpd="sng">
            <a:solidFill>
              <a:srgbClr val="8C151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37" name="Google Shape;237;p31"/>
          <p:cNvSpPr txBox="1">
            <a:spLocks noGrp="1"/>
          </p:cNvSpPr>
          <p:nvPr>
            <p:ph type="body" idx="2"/>
          </p:nvPr>
        </p:nvSpPr>
        <p:spPr>
          <a:xfrm>
            <a:off x="600075" y="1150968"/>
            <a:ext cx="7915200" cy="333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4275" rIns="68575" bIns="34275" anchor="t" anchorCtr="0">
            <a:noAutofit/>
          </a:bodyPr>
          <a:lstStyle>
            <a:lvl1pPr marL="457200" lvl="0" indent="-304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8C1515"/>
              </a:buClr>
              <a:buSzPts val="1200"/>
              <a:buFont typeface="Lato"/>
              <a:buChar char="⦁"/>
              <a:defRPr sz="1400">
                <a:solidFill>
                  <a:srgbClr val="3F3F3F"/>
                </a:solidFill>
              </a:defRPr>
            </a:lvl1pPr>
            <a:lvl2pPr marL="914400" lvl="1" indent="-31115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300"/>
              <a:buChar char="○"/>
              <a:defRPr>
                <a:solidFill>
                  <a:srgbClr val="3F3F3F"/>
                </a:solidFill>
              </a:defRPr>
            </a:lvl2pPr>
            <a:lvl3pPr marL="1371600" lvl="2" indent="-3048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200"/>
              <a:buChar char="■"/>
              <a:defRPr sz="1100">
                <a:solidFill>
                  <a:srgbClr val="3F3F3F"/>
                </a:solidFill>
              </a:defRPr>
            </a:lvl3pPr>
            <a:lvl4pPr marL="1828800" lvl="3" indent="-3048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200"/>
              <a:buChar char="●"/>
              <a:defRPr>
                <a:solidFill>
                  <a:srgbClr val="3F3F3F"/>
                </a:solidFill>
              </a:defRPr>
            </a:lvl4pPr>
            <a:lvl5pPr marL="2286000" lvl="4" indent="-3048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200"/>
              <a:buChar char="○"/>
              <a:defRPr>
                <a:solidFill>
                  <a:srgbClr val="3F3F3F"/>
                </a:solidFill>
              </a:defRPr>
            </a:lvl5pPr>
            <a:lvl6pPr marL="2743200" lvl="5" indent="-28575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Lato"/>
              <a:buChar char="■"/>
              <a:defRPr sz="900">
                <a:latin typeface="Lato"/>
                <a:ea typeface="Lato"/>
                <a:cs typeface="Lato"/>
                <a:sym typeface="Lato"/>
              </a:defRPr>
            </a:lvl6pPr>
            <a:lvl7pPr marL="3200400" lvl="6" indent="-28575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Lato"/>
              <a:buChar char="●"/>
              <a:defRPr sz="900">
                <a:latin typeface="Lato"/>
                <a:ea typeface="Lato"/>
                <a:cs typeface="Lato"/>
                <a:sym typeface="Lato"/>
              </a:defRPr>
            </a:lvl7pPr>
            <a:lvl8pPr marL="3657600" lvl="7" indent="-28575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Lato"/>
              <a:buChar char="○"/>
              <a:defRPr sz="900">
                <a:latin typeface="Lato"/>
                <a:ea typeface="Lato"/>
                <a:cs typeface="Lato"/>
                <a:sym typeface="Lato"/>
              </a:defRPr>
            </a:lvl8pPr>
            <a:lvl9pPr marL="4114800" lvl="8" indent="-28575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Lato"/>
              <a:buChar char="■"/>
              <a:defRPr sz="900"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238" name="Google Shape;238;p31"/>
          <p:cNvSpPr txBox="1">
            <a:spLocks noGrp="1"/>
          </p:cNvSpPr>
          <p:nvPr>
            <p:ph type="sldNum" idx="12"/>
          </p:nvPr>
        </p:nvSpPr>
        <p:spPr>
          <a:xfrm>
            <a:off x="6457950" y="4712118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0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9" name="Google Shape;239;p31"/>
          <p:cNvSpPr txBox="1">
            <a:spLocks noGrp="1"/>
          </p:cNvSpPr>
          <p:nvPr>
            <p:ph type="subTitle" idx="3"/>
          </p:nvPr>
        </p:nvSpPr>
        <p:spPr>
          <a:xfrm>
            <a:off x="1225753" y="4767591"/>
            <a:ext cx="3157500" cy="16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4275" rIns="68575" bIns="34275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3F3F3F"/>
              </a:buClr>
              <a:buSzPts val="800"/>
              <a:buNone/>
              <a:defRPr sz="800">
                <a:solidFill>
                  <a:srgbClr val="3F3F3F"/>
                </a:solidFill>
              </a:defRPr>
            </a:lvl1pPr>
            <a:lvl2pPr lvl="1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800"/>
              <a:buNone/>
              <a:defRPr sz="800">
                <a:solidFill>
                  <a:srgbClr val="3F3F3F"/>
                </a:solidFill>
              </a:defRPr>
            </a:lvl2pPr>
            <a:lvl3pPr lvl="2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800"/>
              <a:buNone/>
              <a:defRPr sz="800">
                <a:solidFill>
                  <a:srgbClr val="3F3F3F"/>
                </a:solidFill>
              </a:defRPr>
            </a:lvl3pPr>
            <a:lvl4pPr lvl="3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800"/>
              <a:buNone/>
              <a:defRPr sz="800">
                <a:solidFill>
                  <a:srgbClr val="3F3F3F"/>
                </a:solidFill>
              </a:defRPr>
            </a:lvl4pPr>
            <a:lvl5pPr lvl="4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800"/>
              <a:buNone/>
              <a:defRPr sz="800">
                <a:solidFill>
                  <a:srgbClr val="3F3F3F"/>
                </a:solidFill>
              </a:defRPr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800"/>
              <a:buNone/>
              <a:defRPr sz="800">
                <a:solidFill>
                  <a:srgbClr val="3F3F3F"/>
                </a:solidFill>
              </a:defRPr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800"/>
              <a:buNone/>
              <a:defRPr sz="800">
                <a:solidFill>
                  <a:srgbClr val="3F3F3F"/>
                </a:solidFill>
              </a:defRPr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800"/>
              <a:buNone/>
              <a:defRPr sz="800">
                <a:solidFill>
                  <a:srgbClr val="3F3F3F"/>
                </a:solidFill>
              </a:defRPr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800"/>
              <a:buNone/>
              <a:defRPr sz="800">
                <a:solidFill>
                  <a:srgbClr val="3F3F3F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6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19" Type="http://schemas.openxmlformats.org/officeDocument/2006/relationships/theme" Target="../theme/theme2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600075" y="477440"/>
            <a:ext cx="7915200" cy="80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4275" rIns="68575" bIns="34275" anchor="b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C1515"/>
              </a:buClr>
              <a:buSzPts val="2700"/>
              <a:buFont typeface="Lato"/>
              <a:buNone/>
              <a:defRPr sz="2700" b="0" i="0" u="none" strike="noStrike" cap="none">
                <a:solidFill>
                  <a:srgbClr val="8C1515"/>
                </a:solidFill>
                <a:latin typeface="Lato"/>
                <a:ea typeface="Lato"/>
                <a:cs typeface="Lato"/>
                <a:sym typeface="Lato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600075" y="1498861"/>
            <a:ext cx="7915200" cy="299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4275" rIns="68575" bIns="34275" anchor="t" anchorCtr="0">
            <a:noAutofit/>
          </a:bodyPr>
          <a:lstStyle>
            <a:lvl1pPr marL="457200" marR="0" lvl="0" indent="-228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Lato"/>
              <a:buNone/>
              <a:defRPr sz="1200" b="0" i="0" u="none" strike="noStrike" cap="non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1115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B83A4B"/>
              </a:buClr>
              <a:buSzPts val="1300"/>
              <a:buFont typeface="Arial"/>
              <a:buChar char="●"/>
              <a:defRPr sz="1200" b="0" i="0" u="none" strike="noStrike" cap="non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1115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B83A4B"/>
              </a:buClr>
              <a:buSzPts val="1300"/>
              <a:buFont typeface="Arial"/>
              <a:buChar char="●"/>
              <a:defRPr sz="1200" b="0" i="0" u="none" strike="noStrike" cap="non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048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B83A4B"/>
              </a:buClr>
              <a:buSzPts val="1200"/>
              <a:buFont typeface="Arial"/>
              <a:buChar char="●"/>
              <a:defRPr sz="1100" b="0" i="0" u="none" strike="noStrike" cap="non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048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B83A4B"/>
              </a:buClr>
              <a:buSzPts val="1200"/>
              <a:buFont typeface="Arial"/>
              <a:buChar char="●"/>
              <a:defRPr sz="1100" b="0" i="1" u="none" strike="noStrike" cap="non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28575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B83A4B"/>
              </a:buClr>
              <a:buSzPts val="900"/>
              <a:buFont typeface="Lato"/>
              <a:buChar char="●"/>
              <a:defRPr sz="900" b="0" i="0" u="none" strike="noStrike" cap="non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28575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B83A4B"/>
              </a:buClr>
              <a:buSzPts val="900"/>
              <a:buFont typeface="Lato"/>
              <a:buChar char="●"/>
              <a:defRPr sz="900" b="0" i="0" u="none" strike="noStrike" cap="non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28575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B83A4B"/>
              </a:buClr>
              <a:buSzPts val="900"/>
              <a:buFont typeface="Lato"/>
              <a:buChar char="●"/>
              <a:defRPr sz="900" b="0" i="0" u="none" strike="noStrike" cap="non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28575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B83A4B"/>
              </a:buClr>
              <a:buSzPts val="900"/>
              <a:buFont typeface="Lato"/>
              <a:buChar char="●"/>
              <a:defRPr sz="900" b="0" i="0" u="none" strike="noStrike" cap="non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ldNum" idx="12"/>
          </p:nvPr>
        </p:nvSpPr>
        <p:spPr>
          <a:xfrm>
            <a:off x="6457950" y="4712118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0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4" name="Google Shape;54;p13"/>
          <p:cNvPicPr preferRelativeResize="0"/>
          <p:nvPr/>
        </p:nvPicPr>
        <p:blipFill rotWithShape="1">
          <a:blip r:embed="rId20">
            <a:alphaModFix/>
          </a:blip>
          <a:srcRect/>
          <a:stretch/>
        </p:blipFill>
        <p:spPr>
          <a:xfrm>
            <a:off x="591503" y="4771382"/>
            <a:ext cx="482363" cy="159389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9.jpg"/><Relationship Id="rId7" Type="http://schemas.microsoft.com/office/2007/relationships/hdphoto" Target="../media/hdphoto1.wdp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10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9.xml"/><Relationship Id="rId5" Type="http://schemas.openxmlformats.org/officeDocument/2006/relationships/image" Target="../media/image13.png"/><Relationship Id="rId4" Type="http://schemas.openxmlformats.org/officeDocument/2006/relationships/hyperlink" Target="https://accelconf.web.cern.ch/p01/PAPERS/WPAH019.PDF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9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9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9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MaxVarverakis/LiquidXenonSims.git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9.xml"/><Relationship Id="rId4" Type="http://schemas.openxmlformats.org/officeDocument/2006/relationships/hyperlink" Target="https://github.com/MaxVarverakis/G4Bl-LXeSims" TargetMode="Externa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9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9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" name="Google Shape;245;p3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" y="10"/>
            <a:ext cx="9143980" cy="514348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46" name="Google Shape;246;p32"/>
          <p:cNvCxnSpPr/>
          <p:nvPr/>
        </p:nvCxnSpPr>
        <p:spPr>
          <a:xfrm>
            <a:off x="600075" y="2821749"/>
            <a:ext cx="79152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247" name="Google Shape;247;p3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69840" y="4610876"/>
            <a:ext cx="1301116" cy="24839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3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010152" y="4617016"/>
            <a:ext cx="1517208" cy="252868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32"/>
          <p:cNvSpPr txBox="1">
            <a:spLocks noGrp="1"/>
          </p:cNvSpPr>
          <p:nvPr>
            <p:ph type="body" idx="4294967295"/>
          </p:nvPr>
        </p:nvSpPr>
        <p:spPr>
          <a:xfrm>
            <a:off x="592150" y="1345925"/>
            <a:ext cx="8110500" cy="208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4275" rIns="68575" bIns="3427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4500">
                <a:solidFill>
                  <a:schemeClr val="lt1"/>
                </a:solidFill>
              </a:rPr>
              <a:t>Simulations of a Liquid Xenon Positron Target</a:t>
            </a:r>
            <a:endParaRPr sz="4500">
              <a:solidFill>
                <a:schemeClr val="lt1"/>
              </a:solidFill>
            </a:endParaRPr>
          </a:p>
          <a:p>
            <a:pPr marL="0" lvl="0" indent="0" algn="ctr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endParaRPr sz="3200">
              <a:solidFill>
                <a:schemeClr val="lt1"/>
              </a:solidFill>
            </a:endParaRPr>
          </a:p>
        </p:txBody>
      </p:sp>
      <p:sp>
        <p:nvSpPr>
          <p:cNvPr id="250" name="Google Shape;250;p32"/>
          <p:cNvSpPr txBox="1"/>
          <p:nvPr/>
        </p:nvSpPr>
        <p:spPr>
          <a:xfrm>
            <a:off x="592150" y="2786987"/>
            <a:ext cx="4904700" cy="1715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8575" rIns="68575" bIns="685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500" b="1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Max Varverakis, SLAC/Cal Poly</a:t>
            </a:r>
            <a:endParaRPr sz="1500" b="1" dirty="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500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Spencer Gessner, SLAC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500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Nathan Majernik, SLAC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500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Silviu Dusa, JLab</a:t>
            </a:r>
          </a:p>
          <a:p>
            <a:pPr>
              <a:buSzPts val="1100"/>
            </a:pPr>
            <a:r>
              <a:rPr lang="en-US" sz="1500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Sanjeev Chauhan</a:t>
            </a:r>
            <a:r>
              <a:rPr lang="en" sz="1500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, Duke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500" b="0" i="0" u="none" strike="noStrike" dirty="0">
                <a:solidFill>
                  <a:srgbClr val="FFFFFF"/>
                </a:solidFill>
                <a:effectLst/>
                <a:latin typeface="Lato" panose="020F0502020204030203" pitchFamily="34" charset="0"/>
              </a:rPr>
              <a:t>Robert Holtzapple, Cal Poly</a:t>
            </a:r>
            <a:br>
              <a:rPr lang="en-US" sz="1500" b="0" i="0" u="none" strike="noStrike" dirty="0">
                <a:solidFill>
                  <a:srgbClr val="FFFFFF"/>
                </a:solidFill>
                <a:effectLst/>
                <a:latin typeface="Lato" panose="020F0502020204030203" pitchFamily="34" charset="0"/>
              </a:rPr>
            </a:br>
            <a:r>
              <a:rPr lang="en-US" sz="1500" b="0" i="0" u="none" strike="noStrike" dirty="0">
                <a:solidFill>
                  <a:srgbClr val="FFFFFF"/>
                </a:solidFill>
                <a:effectLst/>
                <a:latin typeface="Lato" panose="020F0502020204030203" pitchFamily="34" charset="0"/>
              </a:rPr>
              <a:t>Hiroki Fujii, Nishina Center</a:t>
            </a:r>
            <a:endParaRPr sz="1500" dirty="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51" name="Google Shape;251;p32"/>
          <p:cNvSpPr txBox="1"/>
          <p:nvPr/>
        </p:nvSpPr>
        <p:spPr>
          <a:xfrm>
            <a:off x="6416331" y="2947685"/>
            <a:ext cx="2704849" cy="30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8575" rIns="68575" bIns="6857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US-Japan Collaboration Meeting, Feb 26, 2025, SLAC</a:t>
            </a:r>
          </a:p>
        </p:txBody>
      </p:sp>
      <p:pic>
        <p:nvPicPr>
          <p:cNvPr id="1027" name="Picture 3">
            <a:extLst>
              <a:ext uri="{FF2B5EF4-FFF2-40B4-BE49-F238E27FC236}">
                <a16:creationId xmlns:a16="http://schemas.microsoft.com/office/drawing/2014/main" id="{BD80DC7A-8025-D61A-44CA-1CC7D177D3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artisticPhotocopy/>
                    </a14:imgEffect>
                    <a14:imgEffect>
                      <a14:brightnessContrast bright="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25216" b="27275"/>
          <a:stretch/>
        </p:blipFill>
        <p:spPr bwMode="auto">
          <a:xfrm>
            <a:off x="7118197" y="4264420"/>
            <a:ext cx="1301116" cy="347712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 descr="A logo of a globe with a gold ring&#10;&#10;AI-generated content may be incorrect.">
            <a:extLst>
              <a:ext uri="{FF2B5EF4-FFF2-40B4-BE49-F238E27FC236}">
                <a16:creationId xmlns:a16="http://schemas.microsoft.com/office/drawing/2014/main" id="{95A22413-17A7-1306-EFE7-764949E4F72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46003" y="4241592"/>
            <a:ext cx="1071307" cy="61897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33"/>
          <p:cNvSpPr txBox="1">
            <a:spLocks noGrp="1"/>
          </p:cNvSpPr>
          <p:nvPr>
            <p:ph type="title"/>
          </p:nvPr>
        </p:nvSpPr>
        <p:spPr>
          <a:xfrm>
            <a:off x="600075" y="200026"/>
            <a:ext cx="7915200" cy="47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4275" rIns="68575" bIns="34275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Issues with positron production for linear colliders</a:t>
            </a:r>
            <a:endParaRPr/>
          </a:p>
        </p:txBody>
      </p:sp>
      <p:sp>
        <p:nvSpPr>
          <p:cNvPr id="258" name="Google Shape;258;p33"/>
          <p:cNvSpPr txBox="1">
            <a:spLocks noGrp="1"/>
          </p:cNvSpPr>
          <p:nvPr>
            <p:ph type="sldNum" idx="12"/>
          </p:nvPr>
        </p:nvSpPr>
        <p:spPr>
          <a:xfrm>
            <a:off x="6698275" y="486959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0" bIns="3427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  <p:sp>
        <p:nvSpPr>
          <p:cNvPr id="259" name="Google Shape;259;p33"/>
          <p:cNvSpPr txBox="1"/>
          <p:nvPr/>
        </p:nvSpPr>
        <p:spPr>
          <a:xfrm>
            <a:off x="235500" y="824700"/>
            <a:ext cx="6252000" cy="388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 u="sng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Conventional Scheme</a:t>
            </a:r>
            <a:br>
              <a:rPr lang="en" sz="125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</a:br>
            <a:r>
              <a:rPr lang="en" sz="125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Direct high energy electrons (~10 GeV) into a high-Z target.</a:t>
            </a:r>
            <a:endParaRPr sz="1250"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50" u="sng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Target Requirements</a:t>
            </a:r>
            <a:br>
              <a:rPr lang="en" sz="125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</a:br>
            <a:r>
              <a:rPr lang="en" sz="125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1.  High-Z</a:t>
            </a:r>
            <a:br>
              <a:rPr lang="en" sz="125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</a:br>
            <a:r>
              <a:rPr lang="en" sz="125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2.  Short radiation length (≤    (1 cm))</a:t>
            </a:r>
            <a:br>
              <a:rPr lang="en" sz="125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</a:br>
            <a:r>
              <a:rPr lang="en" sz="125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3.  High energy deposition threshold</a:t>
            </a:r>
            <a:endParaRPr sz="1250"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50" u="sng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Established (Solid) Target Materials</a:t>
            </a:r>
            <a:br>
              <a:rPr lang="en" sz="1250" u="sng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</a:br>
            <a:r>
              <a:rPr lang="en" sz="125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1.  Tantalum (Ta) with radiation length L</a:t>
            </a:r>
            <a:r>
              <a:rPr lang="en" sz="1250" baseline="-250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RL</a:t>
            </a:r>
            <a:r>
              <a:rPr lang="en" sz="125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~ 0.4094 cm.</a:t>
            </a:r>
            <a:br>
              <a:rPr lang="en" sz="125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</a:br>
            <a:r>
              <a:rPr lang="en" sz="125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2.  Tungsten-Rhenium (W</a:t>
            </a:r>
            <a:r>
              <a:rPr lang="en" sz="1250" baseline="-250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75</a:t>
            </a:r>
            <a:r>
              <a:rPr lang="en" sz="125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Re</a:t>
            </a:r>
            <a:r>
              <a:rPr lang="en" sz="1250" baseline="-250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25</a:t>
            </a:r>
            <a:r>
              <a:rPr lang="en" sz="125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) alloy with radiation length L</a:t>
            </a:r>
            <a:r>
              <a:rPr lang="en" sz="1250" baseline="-250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RL</a:t>
            </a:r>
            <a:r>
              <a:rPr lang="en" sz="125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~ 0.3430 cm.</a:t>
            </a:r>
            <a:endParaRPr sz="1250" u="sng"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50" u="sng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Problem</a:t>
            </a:r>
            <a:br>
              <a:rPr lang="en" sz="125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</a:br>
            <a:r>
              <a:rPr lang="en" sz="125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Producing positrons generates lots of thermal energy.</a:t>
            </a:r>
            <a:br>
              <a:rPr lang="en" sz="125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</a:br>
            <a:r>
              <a:rPr lang="en" sz="125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Future linear colliders require greater positron production rates ⇒ more heat!</a:t>
            </a:r>
            <a:endParaRPr sz="1250"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50" u="sng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Result</a:t>
            </a:r>
            <a:br>
              <a:rPr lang="en" sz="125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</a:br>
            <a:r>
              <a:rPr lang="en" sz="125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Solid targets degrade over time [1]</a:t>
            </a:r>
            <a:br>
              <a:rPr lang="en" sz="125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</a:br>
            <a:r>
              <a:rPr lang="en" sz="125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⇒ Solid targets have shortened operational lifespans.</a:t>
            </a:r>
            <a:br>
              <a:rPr lang="en" sz="125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</a:br>
            <a:br>
              <a:rPr lang="en" sz="125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</a:br>
            <a:endParaRPr sz="1250"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250"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60" name="Google Shape;260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11296" y="1335846"/>
            <a:ext cx="2572975" cy="1977700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33"/>
          <p:cNvSpPr txBox="1"/>
          <p:nvPr/>
        </p:nvSpPr>
        <p:spPr>
          <a:xfrm>
            <a:off x="6267825" y="3113500"/>
            <a:ext cx="2833500" cy="72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666666"/>
                </a:solidFill>
                <a:latin typeface="Lato"/>
                <a:ea typeface="Lato"/>
                <a:cs typeface="Lato"/>
                <a:sym typeface="Lato"/>
              </a:rPr>
              <a:t>Degraded section of SLC positron target</a:t>
            </a:r>
            <a:endParaRPr sz="1100">
              <a:solidFill>
                <a:srgbClr val="666666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666666"/>
                </a:solidFill>
                <a:latin typeface="Lato"/>
                <a:ea typeface="Lato"/>
                <a:cs typeface="Lato"/>
                <a:sym typeface="Lato"/>
              </a:rPr>
              <a:t>ANALYSIS OF BEAM-INDUCED DAMAGE TO THE SLC POSITRON PRODUCTION TARGET | Fig 3b</a:t>
            </a:r>
            <a:endParaRPr sz="800">
              <a:solidFill>
                <a:srgbClr val="666666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u="sng">
                <a:solidFill>
                  <a:srgbClr val="666666"/>
                </a:solidFill>
                <a:latin typeface="Lato"/>
                <a:ea typeface="Lato"/>
                <a:cs typeface="Lato"/>
                <a:sym typeface="Lato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https://accelconf.web.cern.ch/p01/PAPERS/WPAH019.PDF</a:t>
            </a:r>
            <a:endParaRPr sz="800">
              <a:solidFill>
                <a:srgbClr val="666666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262" name="Google Shape;262;p33"/>
          <p:cNvCxnSpPr/>
          <p:nvPr/>
        </p:nvCxnSpPr>
        <p:spPr>
          <a:xfrm flipH="1">
            <a:off x="6186575" y="713975"/>
            <a:ext cx="7200" cy="4342200"/>
          </a:xfrm>
          <a:prstGeom prst="straightConnector1">
            <a:avLst/>
          </a:prstGeom>
          <a:noFill/>
          <a:ln w="9525" cap="flat" cmpd="sng">
            <a:solidFill>
              <a:srgbClr val="8C1515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263" name="Google Shape;263;p33" title="[0,0,0,&quot;https://www.codecogs.com/eqnedit.php?latex=%5Cmathcal%7BO%7D#0&quot;]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250267" y="1870164"/>
            <a:ext cx="132292" cy="132292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33"/>
          <p:cNvSpPr/>
          <p:nvPr/>
        </p:nvSpPr>
        <p:spPr>
          <a:xfrm>
            <a:off x="585225" y="4754875"/>
            <a:ext cx="475500" cy="192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5" name="Google Shape;265;p33"/>
          <p:cNvSpPr txBox="1"/>
          <p:nvPr/>
        </p:nvSpPr>
        <p:spPr>
          <a:xfrm>
            <a:off x="-1" y="4754875"/>
            <a:ext cx="6114600" cy="3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50" b="1">
                <a:solidFill>
                  <a:srgbClr val="8C1515"/>
                </a:solidFill>
                <a:latin typeface="Lato"/>
                <a:ea typeface="Lato"/>
                <a:cs typeface="Lato"/>
                <a:sym typeface="Lato"/>
              </a:rPr>
              <a:t>⇒ Current techniques may require additional measures to account for this</a:t>
            </a:r>
            <a:endParaRPr sz="1500" b="1">
              <a:solidFill>
                <a:srgbClr val="8C1515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66" name="Google Shape;266;p33"/>
          <p:cNvSpPr txBox="1"/>
          <p:nvPr/>
        </p:nvSpPr>
        <p:spPr>
          <a:xfrm>
            <a:off x="310925" y="4087375"/>
            <a:ext cx="676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67" name="Google Shape;267;p33"/>
          <p:cNvSpPr txBox="1"/>
          <p:nvPr/>
        </p:nvSpPr>
        <p:spPr>
          <a:xfrm>
            <a:off x="310925" y="4468375"/>
            <a:ext cx="4261200" cy="3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5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This will become more apparent for future collider usage.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268" name="Google Shape;268;p33"/>
          <p:cNvCxnSpPr>
            <a:stCxn id="266" idx="1"/>
            <a:endCxn id="267" idx="1"/>
          </p:cNvCxnSpPr>
          <p:nvPr/>
        </p:nvCxnSpPr>
        <p:spPr>
          <a:xfrm>
            <a:off x="310925" y="4287475"/>
            <a:ext cx="600" cy="369600"/>
          </a:xfrm>
          <a:prstGeom prst="curvedConnector3">
            <a:avLst>
              <a:gd name="adj1" fmla="val -39687500"/>
            </a:avLst>
          </a:prstGeom>
          <a:noFill/>
          <a:ln w="9525" cap="flat" cmpd="sng">
            <a:solidFill>
              <a:srgbClr val="8C1515"/>
            </a:solidFill>
            <a:prstDash val="solid"/>
            <a:round/>
            <a:headEnd type="none" w="med" len="med"/>
            <a:tailEnd type="stealth" w="med" len="med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34"/>
          <p:cNvSpPr txBox="1">
            <a:spLocks noGrp="1"/>
          </p:cNvSpPr>
          <p:nvPr>
            <p:ph type="title"/>
          </p:nvPr>
        </p:nvSpPr>
        <p:spPr>
          <a:xfrm>
            <a:off x="600075" y="200026"/>
            <a:ext cx="7915200" cy="47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4275" rIns="68575" bIns="34275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/>
              <a:t>Current techniques to mitigate target damage</a:t>
            </a:r>
            <a:endParaRPr sz="2100" i="1"/>
          </a:p>
        </p:txBody>
      </p:sp>
      <p:sp>
        <p:nvSpPr>
          <p:cNvPr id="275" name="Google Shape;275;p34"/>
          <p:cNvSpPr txBox="1"/>
          <p:nvPr/>
        </p:nvSpPr>
        <p:spPr>
          <a:xfrm>
            <a:off x="232050" y="824725"/>
            <a:ext cx="8679900" cy="362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u="sng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Solid Targets</a:t>
            </a:r>
            <a:br>
              <a:rPr lang="en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</a:br>
            <a:r>
              <a:rPr lang="en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1.  </a:t>
            </a:r>
            <a:r>
              <a:rPr lang="en" b="1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Spin the target</a:t>
            </a:r>
            <a:r>
              <a:rPr lang="en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to avoid the electron beam impinging on the same spot each beam pulse.</a:t>
            </a:r>
            <a:br>
              <a:rPr lang="en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</a:br>
            <a:r>
              <a:rPr lang="en" u="sng" dirty="0">
                <a:solidFill>
                  <a:srgbClr val="8C1515"/>
                </a:solidFill>
                <a:latin typeface="Lato"/>
                <a:ea typeface="Lato"/>
                <a:cs typeface="Lato"/>
                <a:sym typeface="Lato"/>
              </a:rPr>
              <a:t>Problems</a:t>
            </a:r>
            <a:r>
              <a:rPr lang="en" dirty="0">
                <a:solidFill>
                  <a:srgbClr val="8C1515"/>
                </a:solidFill>
                <a:latin typeface="Lato"/>
                <a:ea typeface="Lato"/>
                <a:cs typeface="Lato"/>
                <a:sym typeface="Lato"/>
              </a:rPr>
              <a:t>:  (i) Strict motor requirements.  (ii) Induced eddy currents ⇒ large power requirements </a:t>
            </a:r>
            <a:r>
              <a:rPr lang="en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[2]</a:t>
            </a:r>
            <a:r>
              <a:rPr lang="en" dirty="0">
                <a:solidFill>
                  <a:srgbClr val="8C151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dirty="0">
              <a:solidFill>
                <a:srgbClr val="1AA4BC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2.  Integrate a (liquid) </a:t>
            </a:r>
            <a:r>
              <a:rPr lang="en" b="1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cooling system</a:t>
            </a:r>
            <a:r>
              <a:rPr lang="en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to maintain suitable target temperatures.</a:t>
            </a:r>
            <a:br>
              <a:rPr lang="en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</a:br>
            <a:r>
              <a:rPr lang="en" u="sng" dirty="0">
                <a:solidFill>
                  <a:srgbClr val="8C1515"/>
                </a:solidFill>
                <a:latin typeface="Lato"/>
                <a:ea typeface="Lato"/>
                <a:cs typeface="Lato"/>
                <a:sym typeface="Lato"/>
              </a:rPr>
              <a:t>Problems</a:t>
            </a:r>
            <a:r>
              <a:rPr lang="en" dirty="0">
                <a:solidFill>
                  <a:srgbClr val="8C1515"/>
                </a:solidFill>
                <a:latin typeface="Lato"/>
                <a:ea typeface="Lato"/>
                <a:cs typeface="Lato"/>
                <a:sym typeface="Lato"/>
              </a:rPr>
              <a:t>:  Solid target cooling mechanisms can get complicated (how to transport coolant to/from target without obstructing electron beam?)</a:t>
            </a:r>
            <a:br>
              <a:rPr lang="en" dirty="0">
                <a:solidFill>
                  <a:srgbClr val="8C1515"/>
                </a:solidFill>
                <a:latin typeface="Lato"/>
                <a:ea typeface="Lato"/>
                <a:cs typeface="Lato"/>
                <a:sym typeface="Lato"/>
              </a:rPr>
            </a:br>
            <a:endParaRPr u="sng"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u="sng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Liquid Target Alternatives</a:t>
            </a:r>
            <a:br>
              <a:rPr lang="en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</a:br>
            <a:r>
              <a:rPr lang="en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Various liquid targets have been explored for use in the conventional positron production scheme, such as:</a:t>
            </a:r>
            <a:br>
              <a:rPr lang="en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</a:br>
            <a:r>
              <a:rPr lang="en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1. Mercury</a:t>
            </a:r>
            <a:br>
              <a:rPr lang="en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</a:br>
            <a:r>
              <a:rPr lang="en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2. Lead/</a:t>
            </a:r>
            <a:r>
              <a:rPr lang="en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PbBi</a:t>
            </a:r>
            <a:br>
              <a:rPr lang="en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</a:br>
            <a:r>
              <a:rPr lang="en" u="sng" dirty="0">
                <a:solidFill>
                  <a:srgbClr val="8C1515"/>
                </a:solidFill>
                <a:latin typeface="Lato"/>
                <a:ea typeface="Lato"/>
                <a:cs typeface="Lato"/>
                <a:sym typeface="Lato"/>
              </a:rPr>
              <a:t>Problems</a:t>
            </a:r>
            <a:r>
              <a:rPr lang="en" dirty="0">
                <a:solidFill>
                  <a:srgbClr val="8C1515"/>
                </a:solidFill>
                <a:latin typeface="Lato"/>
                <a:ea typeface="Lato"/>
                <a:cs typeface="Lato"/>
                <a:sym typeface="Lato"/>
              </a:rPr>
              <a:t>:  (i) Concerns about proper containment. (ii) These substances are </a:t>
            </a:r>
            <a:r>
              <a:rPr lang="en" b="1" dirty="0">
                <a:solidFill>
                  <a:srgbClr val="8C1515"/>
                </a:solidFill>
                <a:latin typeface="Lato"/>
                <a:ea typeface="Lato"/>
                <a:cs typeface="Lato"/>
                <a:sym typeface="Lato"/>
              </a:rPr>
              <a:t>toxic</a:t>
            </a:r>
            <a:r>
              <a:rPr lang="en" dirty="0">
                <a:solidFill>
                  <a:srgbClr val="8C1515"/>
                </a:solidFill>
                <a:latin typeface="Lato"/>
                <a:ea typeface="Lato"/>
                <a:cs typeface="Lato"/>
                <a:sym typeface="Lato"/>
              </a:rPr>
              <a:t> which further complicates effective usage.</a:t>
            </a:r>
            <a:endParaRPr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76" name="Google Shape;276;p34"/>
          <p:cNvSpPr txBox="1">
            <a:spLocks noGrp="1"/>
          </p:cNvSpPr>
          <p:nvPr>
            <p:ph type="sldNum" idx="12"/>
          </p:nvPr>
        </p:nvSpPr>
        <p:spPr>
          <a:xfrm>
            <a:off x="7010400" y="486959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0" bIns="3427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  <p:sp>
        <p:nvSpPr>
          <p:cNvPr id="2" name="Google Shape;371;p43">
            <a:extLst>
              <a:ext uri="{FF2B5EF4-FFF2-40B4-BE49-F238E27FC236}">
                <a16:creationId xmlns:a16="http://schemas.microsoft.com/office/drawing/2014/main" id="{F62A504D-EAA1-D9EE-D430-AD8FDF7B07E0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1225753" y="4767591"/>
            <a:ext cx="3157500" cy="162900"/>
          </a:xfrm>
          <a:prstGeom prst="rect">
            <a:avLst/>
          </a:prstGeom>
        </p:spPr>
        <p:txBody>
          <a:bodyPr spcFirstLastPara="1" wrap="square" lIns="0" tIns="34275" rIns="68575" bIns="34275" anchor="ctr" anchorCtr="0">
            <a:noAutofit/>
          </a:bodyPr>
          <a:lstStyle/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-US" dirty="0"/>
              <a:t>US-Japan Collaboration Meeting, Feb 26, 2025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2" name="Google Shape;282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96388" y="4038327"/>
            <a:ext cx="4495500" cy="892148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35"/>
          <p:cNvSpPr txBox="1">
            <a:spLocks noGrp="1"/>
          </p:cNvSpPr>
          <p:nvPr>
            <p:ph type="title"/>
          </p:nvPr>
        </p:nvSpPr>
        <p:spPr>
          <a:xfrm>
            <a:off x="600075" y="200026"/>
            <a:ext cx="7915200" cy="47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4275" rIns="68575" bIns="34275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Potential solution: liquid xenon</a:t>
            </a:r>
            <a:endParaRPr sz="2100" i="1"/>
          </a:p>
        </p:txBody>
      </p:sp>
      <p:sp>
        <p:nvSpPr>
          <p:cNvPr id="284" name="Google Shape;284;p35"/>
          <p:cNvSpPr txBox="1"/>
          <p:nvPr/>
        </p:nvSpPr>
        <p:spPr>
          <a:xfrm>
            <a:off x="232049" y="824725"/>
            <a:ext cx="4604993" cy="362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Use a </a:t>
            </a:r>
            <a:r>
              <a:rPr lang="en" b="1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liquid xenon </a:t>
            </a:r>
            <a:r>
              <a:rPr lang="en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(LXe) positron target!</a:t>
            </a:r>
            <a:endParaRPr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lnSpc>
                <a:spcPct val="13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u="sng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Why?</a:t>
            </a:r>
            <a:br>
              <a:rPr lang="en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</a:br>
            <a:r>
              <a:rPr lang="en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1.  Xenon is nonreactive (noble gas)</a:t>
            </a:r>
            <a:br>
              <a:rPr lang="en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</a:br>
            <a:r>
              <a:rPr lang="en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2.  It’s high-Z</a:t>
            </a:r>
            <a:br>
              <a:rPr lang="en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</a:br>
            <a:r>
              <a:rPr lang="en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3.  Dense liquid at relatively high temperatures (~165 K)</a:t>
            </a:r>
            <a:br>
              <a:rPr lang="en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</a:br>
            <a:r>
              <a:rPr lang="en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4.  LXe has a short radiation length (for a nonmetal)</a:t>
            </a:r>
            <a:br>
              <a:rPr lang="en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</a:br>
            <a:r>
              <a:rPr lang="en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5.  </a:t>
            </a:r>
            <a:r>
              <a:rPr lang="en" dirty="0">
                <a:solidFill>
                  <a:schemeClr val="dk1"/>
                </a:solidFill>
                <a:highlight>
                  <a:srgbClr val="74FF74"/>
                </a:highlight>
                <a:latin typeface="Lato"/>
                <a:ea typeface="Lato"/>
                <a:cs typeface="Lato"/>
                <a:sym typeface="Lato"/>
              </a:rPr>
              <a:t>LXe is non-toxic</a:t>
            </a:r>
            <a:br>
              <a:rPr lang="en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</a:br>
            <a:r>
              <a:rPr lang="en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6.  High energy deposition threshold</a:t>
            </a:r>
            <a:br>
              <a:rPr lang="en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</a:br>
            <a:r>
              <a:rPr lang="en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7.  LXe is continually refreshed and not susceptible to degradation</a:t>
            </a:r>
            <a:br>
              <a:rPr lang="en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</a:br>
            <a:r>
              <a:rPr lang="en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8.  Cooling/recycling of LXe occurs away from IP</a:t>
            </a:r>
            <a:br>
              <a:rPr lang="en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</a:br>
            <a:r>
              <a:rPr lang="en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9.  Positron yields are comparable with solid targets</a:t>
            </a:r>
            <a:endParaRPr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85" name="Google Shape;285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72925" y="725850"/>
            <a:ext cx="3342423" cy="2364826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35"/>
          <p:cNvSpPr txBox="1"/>
          <p:nvPr/>
        </p:nvSpPr>
        <p:spPr>
          <a:xfrm>
            <a:off x="4910188" y="2990100"/>
            <a:ext cx="38679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66666"/>
                </a:solidFill>
                <a:latin typeface="Lato"/>
                <a:ea typeface="Lato"/>
                <a:cs typeface="Lato"/>
                <a:sym typeface="Lato"/>
              </a:rPr>
              <a:t>Schematic of the liquid xenon (LXe) positron target setup. Electron beam enters from the left, passing through a beryllium window into the vessel of LXe.  The resulting EM shower exits through an identical beryllium window.</a:t>
            </a:r>
            <a:endParaRPr sz="1000">
              <a:solidFill>
                <a:srgbClr val="666666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87" name="Google Shape;287;p35"/>
          <p:cNvSpPr txBox="1"/>
          <p:nvPr/>
        </p:nvSpPr>
        <p:spPr>
          <a:xfrm>
            <a:off x="4596401" y="4839025"/>
            <a:ext cx="40356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66666"/>
                </a:solidFill>
                <a:latin typeface="Lato"/>
                <a:ea typeface="Lato"/>
                <a:cs typeface="Lato"/>
                <a:sym typeface="Lato"/>
              </a:rPr>
              <a:t>Notable properties for various target materials [3, 4, 5].</a:t>
            </a:r>
            <a:endParaRPr sz="1000">
              <a:solidFill>
                <a:srgbClr val="666666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88" name="Google Shape;288;p35"/>
          <p:cNvSpPr txBox="1">
            <a:spLocks noGrp="1"/>
          </p:cNvSpPr>
          <p:nvPr>
            <p:ph type="sldNum" idx="12"/>
          </p:nvPr>
        </p:nvSpPr>
        <p:spPr>
          <a:xfrm>
            <a:off x="7010400" y="4871418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0" bIns="3427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  <p:sp>
        <p:nvSpPr>
          <p:cNvPr id="2" name="Google Shape;371;p43">
            <a:extLst>
              <a:ext uri="{FF2B5EF4-FFF2-40B4-BE49-F238E27FC236}">
                <a16:creationId xmlns:a16="http://schemas.microsoft.com/office/drawing/2014/main" id="{EDFEED7A-538C-2777-E35D-CB4DAB4E3D00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1225753" y="4767591"/>
            <a:ext cx="3157500" cy="162900"/>
          </a:xfrm>
          <a:prstGeom prst="rect">
            <a:avLst/>
          </a:prstGeom>
        </p:spPr>
        <p:txBody>
          <a:bodyPr spcFirstLastPara="1" wrap="square" lIns="0" tIns="34275" rIns="68575" bIns="34275" anchor="ctr" anchorCtr="0">
            <a:noAutofit/>
          </a:bodyPr>
          <a:lstStyle/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-US" dirty="0"/>
              <a:t>US-Japan Collaboration Meeting, Feb 26, 2025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4" name="Google Shape;294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5406" y="2240425"/>
            <a:ext cx="3824790" cy="1878479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36"/>
          <p:cNvSpPr txBox="1">
            <a:spLocks noGrp="1"/>
          </p:cNvSpPr>
          <p:nvPr>
            <p:ph type="title"/>
          </p:nvPr>
        </p:nvSpPr>
        <p:spPr>
          <a:xfrm>
            <a:off x="600075" y="200026"/>
            <a:ext cx="7915200" cy="47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4275" rIns="68575" bIns="34275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GEANT4 simulations of positron sources</a:t>
            </a:r>
            <a:endParaRPr sz="2100" i="1"/>
          </a:p>
        </p:txBody>
      </p:sp>
      <p:sp>
        <p:nvSpPr>
          <p:cNvPr id="296" name="Google Shape;296;p36"/>
          <p:cNvSpPr txBox="1"/>
          <p:nvPr/>
        </p:nvSpPr>
        <p:spPr>
          <a:xfrm>
            <a:off x="232050" y="824725"/>
            <a:ext cx="4495500" cy="141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We simulated positron production in </a:t>
            </a:r>
            <a:r>
              <a:rPr lang="en" b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LXe</a:t>
            </a:r>
            <a:r>
              <a:rPr lang="en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lang="en" b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Ta</a:t>
            </a:r>
            <a:r>
              <a:rPr lang="en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, and </a:t>
            </a:r>
            <a:r>
              <a:rPr lang="en" b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W</a:t>
            </a:r>
            <a:r>
              <a:rPr lang="en" b="1" baseline="-25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75</a:t>
            </a:r>
            <a:r>
              <a:rPr lang="en" b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Re</a:t>
            </a:r>
            <a:r>
              <a:rPr lang="en" b="1" baseline="-25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25</a:t>
            </a:r>
            <a:r>
              <a:rPr lang="en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targets using GEANT4 [6].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lnSpc>
                <a:spcPct val="13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The simulation serves as a starting point for comparing LXe to well-established solid positron sources.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lnSpc>
                <a:spcPct val="13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97" name="Google Shape;297;p36"/>
          <p:cNvSpPr txBox="1">
            <a:spLocks noGrp="1"/>
          </p:cNvSpPr>
          <p:nvPr>
            <p:ph type="sldNum" idx="12"/>
          </p:nvPr>
        </p:nvSpPr>
        <p:spPr>
          <a:xfrm>
            <a:off x="7010400" y="486959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0" bIns="3427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  <p:sp>
        <p:nvSpPr>
          <p:cNvPr id="298" name="Google Shape;298;p36"/>
          <p:cNvSpPr txBox="1"/>
          <p:nvPr/>
        </p:nvSpPr>
        <p:spPr>
          <a:xfrm>
            <a:off x="4744425" y="824725"/>
            <a:ext cx="4399500" cy="226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The simulation consisted of:</a:t>
            </a:r>
            <a:endParaRPr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</a:pPr>
            <a:r>
              <a:rPr lang="en" b="1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N</a:t>
            </a:r>
            <a:r>
              <a:rPr lang="en" b="1" baseline="-250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0</a:t>
            </a:r>
            <a:r>
              <a:rPr lang="en" b="1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= 10,000 </a:t>
            </a:r>
            <a:r>
              <a:rPr lang="en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macro particles onto the target</a:t>
            </a:r>
            <a:endParaRPr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</a:pPr>
            <a:r>
              <a:rPr lang="en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Incoming beam spot size of ~</a:t>
            </a:r>
            <a:r>
              <a:rPr lang="en" b="1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6 mm</a:t>
            </a:r>
            <a:r>
              <a:rPr lang="en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radius</a:t>
            </a:r>
            <a:endParaRPr b="1"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</a:pPr>
            <a:r>
              <a:rPr lang="en" b="1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3 GeV</a:t>
            </a:r>
            <a:r>
              <a:rPr lang="en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lang="en" b="1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6 GeV,</a:t>
            </a:r>
            <a:r>
              <a:rPr lang="en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and </a:t>
            </a:r>
            <a:r>
              <a:rPr lang="en" b="1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10 GeV</a:t>
            </a:r>
            <a:r>
              <a:rPr lang="en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beam energies</a:t>
            </a:r>
            <a:endParaRPr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</a:pPr>
            <a:r>
              <a:rPr lang="en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Simulated over </a:t>
            </a:r>
            <a:r>
              <a:rPr lang="en" b="1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0.5 to 8 radiation lengths</a:t>
            </a:r>
            <a:r>
              <a:rPr lang="en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of each material</a:t>
            </a:r>
            <a:endParaRPr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</a:pPr>
            <a:r>
              <a:rPr lang="en" b="1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Particle selection criteria</a:t>
            </a:r>
            <a:r>
              <a:rPr lang="en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were applied to replicate capture section losses</a:t>
            </a:r>
            <a:endParaRPr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lnSpc>
                <a:spcPct val="13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299" name="Google Shape;299;p36"/>
          <p:cNvCxnSpPr/>
          <p:nvPr/>
        </p:nvCxnSpPr>
        <p:spPr>
          <a:xfrm flipH="1">
            <a:off x="4738775" y="713975"/>
            <a:ext cx="7200" cy="4342200"/>
          </a:xfrm>
          <a:prstGeom prst="straightConnector1">
            <a:avLst/>
          </a:prstGeom>
          <a:noFill/>
          <a:ln w="9525" cap="flat" cmpd="sng">
            <a:solidFill>
              <a:srgbClr val="8C1515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00" name="Google Shape;300;p36"/>
          <p:cNvSpPr/>
          <p:nvPr/>
        </p:nvSpPr>
        <p:spPr>
          <a:xfrm>
            <a:off x="525835" y="2241190"/>
            <a:ext cx="170700" cy="170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1" name="Google Shape;301;p36"/>
          <p:cNvSpPr/>
          <p:nvPr/>
        </p:nvSpPr>
        <p:spPr>
          <a:xfrm>
            <a:off x="1461648" y="2233103"/>
            <a:ext cx="170700" cy="170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2" name="Google Shape;302;p36"/>
          <p:cNvSpPr/>
          <p:nvPr/>
        </p:nvSpPr>
        <p:spPr>
          <a:xfrm>
            <a:off x="2705330" y="2233103"/>
            <a:ext cx="170700" cy="170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3" name="Google Shape;303;p36"/>
          <p:cNvSpPr txBox="1"/>
          <p:nvPr/>
        </p:nvSpPr>
        <p:spPr>
          <a:xfrm>
            <a:off x="232050" y="3926023"/>
            <a:ext cx="42714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dirty="0">
                <a:solidFill>
                  <a:srgbClr val="666666"/>
                </a:solidFill>
                <a:latin typeface="Lato"/>
                <a:ea typeface="Lato"/>
                <a:cs typeface="Lato"/>
                <a:sym typeface="Lato"/>
              </a:rPr>
              <a:t>Fujii, et al., </a:t>
            </a:r>
            <a:r>
              <a:rPr lang="en" sz="1000" i="1" dirty="0">
                <a:solidFill>
                  <a:srgbClr val="666666"/>
                </a:solidFill>
                <a:latin typeface="Lato"/>
                <a:ea typeface="Lato"/>
                <a:cs typeface="Lato"/>
                <a:sym typeface="Lato"/>
              </a:rPr>
              <a:t>Positron beam extraction from an electron-beam-driven</a:t>
            </a:r>
            <a:endParaRPr sz="1000" i="1" dirty="0">
              <a:solidFill>
                <a:srgbClr val="666666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 dirty="0">
                <a:solidFill>
                  <a:srgbClr val="666666"/>
                </a:solidFill>
                <a:latin typeface="Lato"/>
                <a:ea typeface="Lato"/>
                <a:cs typeface="Lato"/>
                <a:sym typeface="Lato"/>
              </a:rPr>
              <a:t>plasma wakefield accelerator</a:t>
            </a:r>
            <a:r>
              <a:rPr lang="en" sz="1000" dirty="0">
                <a:solidFill>
                  <a:srgbClr val="666666"/>
                </a:solidFill>
                <a:latin typeface="Lato"/>
                <a:ea typeface="Lato"/>
                <a:cs typeface="Lato"/>
                <a:sym typeface="Lato"/>
              </a:rPr>
              <a:t>, Phys. Rev. Accel. Beams, 22 (9) (2019), 10.1103/physrevaccelbeams.22.091301</a:t>
            </a:r>
            <a:endParaRPr sz="1000" dirty="0">
              <a:solidFill>
                <a:srgbClr val="666666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304" name="Google Shape;304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59007" y="3131950"/>
            <a:ext cx="4201882" cy="1153244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p36"/>
          <p:cNvSpPr txBox="1"/>
          <p:nvPr/>
        </p:nvSpPr>
        <p:spPr>
          <a:xfrm>
            <a:off x="4827475" y="4094425"/>
            <a:ext cx="42018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66666"/>
                </a:solidFill>
                <a:latin typeface="Lato"/>
                <a:ea typeface="Lato"/>
                <a:cs typeface="Lato"/>
                <a:sym typeface="Lato"/>
              </a:rPr>
              <a:t>Single-particle EM shower generated in GEANT4.   Red, blue, and green lines indicate e</a:t>
            </a:r>
            <a:r>
              <a:rPr lang="en" sz="1000" baseline="30000">
                <a:solidFill>
                  <a:srgbClr val="666666"/>
                </a:solidFill>
                <a:latin typeface="Lato"/>
                <a:ea typeface="Lato"/>
                <a:cs typeface="Lato"/>
                <a:sym typeface="Lato"/>
              </a:rPr>
              <a:t>– </a:t>
            </a:r>
            <a:r>
              <a:rPr lang="en" sz="1000">
                <a:solidFill>
                  <a:srgbClr val="666666"/>
                </a:solidFill>
                <a:latin typeface="Lato"/>
                <a:ea typeface="Lato"/>
                <a:cs typeface="Lato"/>
                <a:sym typeface="Lato"/>
              </a:rPr>
              <a:t>, e</a:t>
            </a:r>
            <a:r>
              <a:rPr lang="en" sz="1000" baseline="30000">
                <a:solidFill>
                  <a:srgbClr val="666666"/>
                </a:solidFill>
                <a:latin typeface="Lato"/>
                <a:ea typeface="Lato"/>
                <a:cs typeface="Lato"/>
                <a:sym typeface="Lato"/>
              </a:rPr>
              <a:t>+ </a:t>
            </a:r>
            <a:r>
              <a:rPr lang="en" sz="1000">
                <a:solidFill>
                  <a:srgbClr val="666666"/>
                </a:solidFill>
                <a:latin typeface="Lato"/>
                <a:ea typeface="Lato"/>
                <a:cs typeface="Lato"/>
                <a:sym typeface="Lato"/>
              </a:rPr>
              <a:t>, and photon trajectories, respectively.</a:t>
            </a:r>
            <a:endParaRPr sz="1000">
              <a:solidFill>
                <a:srgbClr val="666666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" name="Google Shape;371;p43">
            <a:extLst>
              <a:ext uri="{FF2B5EF4-FFF2-40B4-BE49-F238E27FC236}">
                <a16:creationId xmlns:a16="http://schemas.microsoft.com/office/drawing/2014/main" id="{6E91CEFE-9FCE-3691-616D-DFC77BE1B6E0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1225753" y="4767591"/>
            <a:ext cx="3157500" cy="162900"/>
          </a:xfrm>
          <a:prstGeom prst="rect">
            <a:avLst/>
          </a:prstGeom>
        </p:spPr>
        <p:txBody>
          <a:bodyPr spcFirstLastPara="1" wrap="square" lIns="0" tIns="34275" rIns="68575" bIns="34275" anchor="ctr" anchorCtr="0">
            <a:noAutofit/>
          </a:bodyPr>
          <a:lstStyle/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-US" dirty="0"/>
              <a:t>US-Japan Collaboration Meeting, Feb 26, 2025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1" name="Google Shape;311;p37"/>
          <p:cNvPicPr preferRelativeResize="0"/>
          <p:nvPr/>
        </p:nvPicPr>
        <p:blipFill rotWithShape="1">
          <a:blip r:embed="rId3">
            <a:alphaModFix/>
          </a:blip>
          <a:srcRect t="9844"/>
          <a:stretch/>
        </p:blipFill>
        <p:spPr>
          <a:xfrm>
            <a:off x="152400" y="736175"/>
            <a:ext cx="4172701" cy="2695276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37"/>
          <p:cNvSpPr txBox="1">
            <a:spLocks noGrp="1"/>
          </p:cNvSpPr>
          <p:nvPr>
            <p:ph type="title"/>
          </p:nvPr>
        </p:nvSpPr>
        <p:spPr>
          <a:xfrm>
            <a:off x="600075" y="190882"/>
            <a:ext cx="7915200" cy="474000"/>
          </a:xfrm>
          <a:prstGeom prst="rect">
            <a:avLst/>
          </a:prstGeom>
        </p:spPr>
        <p:txBody>
          <a:bodyPr spcFirstLastPara="1" wrap="square" lIns="0" tIns="34275" rIns="68575" bIns="3427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Comparing LXe to Ta and W</a:t>
            </a:r>
            <a:r>
              <a:rPr lang="en" baseline="-25000"/>
              <a:t>75</a:t>
            </a:r>
            <a:r>
              <a:rPr lang="en"/>
              <a:t>Re</a:t>
            </a:r>
            <a:r>
              <a:rPr lang="en" baseline="-25000"/>
              <a:t>25</a:t>
            </a:r>
            <a:endParaRPr/>
          </a:p>
        </p:txBody>
      </p:sp>
      <p:sp>
        <p:nvSpPr>
          <p:cNvPr id="313" name="Google Shape;313;p37"/>
          <p:cNvSpPr txBox="1">
            <a:spLocks noGrp="1"/>
          </p:cNvSpPr>
          <p:nvPr>
            <p:ph type="sldNum" idx="12"/>
          </p:nvPr>
        </p:nvSpPr>
        <p:spPr>
          <a:xfrm>
            <a:off x="7010400" y="486959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0" bIns="3427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  <p:sp>
        <p:nvSpPr>
          <p:cNvPr id="314" name="Google Shape;314;p37"/>
          <p:cNvSpPr txBox="1"/>
          <p:nvPr/>
        </p:nvSpPr>
        <p:spPr>
          <a:xfrm>
            <a:off x="356225" y="3431450"/>
            <a:ext cx="3853200" cy="11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666666"/>
                </a:solidFill>
                <a:latin typeface="Lato"/>
                <a:ea typeface="Lato"/>
                <a:cs typeface="Lato"/>
                <a:sym typeface="Lato"/>
              </a:rPr>
              <a:t>Incident electron </a:t>
            </a:r>
            <a:r>
              <a:rPr lang="en" sz="1100" u="sng">
                <a:solidFill>
                  <a:srgbClr val="666666"/>
                </a:solidFill>
                <a:latin typeface="Lato"/>
                <a:ea typeface="Lato"/>
                <a:cs typeface="Lato"/>
                <a:sym typeface="Lato"/>
              </a:rPr>
              <a:t>beam energy</a:t>
            </a:r>
            <a:r>
              <a:rPr lang="en" sz="1100">
                <a:solidFill>
                  <a:srgbClr val="666666"/>
                </a:solidFill>
                <a:latin typeface="Lato"/>
                <a:ea typeface="Lato"/>
                <a:cs typeface="Lato"/>
                <a:sym typeface="Lato"/>
              </a:rPr>
              <a:t>: 10 GeV. </a:t>
            </a:r>
            <a:br>
              <a:rPr lang="en" sz="1100">
                <a:solidFill>
                  <a:srgbClr val="666666"/>
                </a:solidFill>
                <a:latin typeface="Lato"/>
                <a:ea typeface="Lato"/>
                <a:cs typeface="Lato"/>
                <a:sym typeface="Lato"/>
              </a:rPr>
            </a:br>
            <a:endParaRPr sz="1100">
              <a:solidFill>
                <a:srgbClr val="666666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666666"/>
                </a:solidFill>
                <a:latin typeface="Lato"/>
                <a:ea typeface="Lato"/>
                <a:cs typeface="Lato"/>
                <a:sym typeface="Lato"/>
              </a:rPr>
              <a:t>The cuts applied to the outgoing positrons require:</a:t>
            </a:r>
            <a:br>
              <a:rPr lang="en" sz="1100">
                <a:solidFill>
                  <a:srgbClr val="666666"/>
                </a:solidFill>
                <a:latin typeface="Lato"/>
                <a:ea typeface="Lato"/>
                <a:cs typeface="Lato"/>
                <a:sym typeface="Lato"/>
              </a:rPr>
            </a:br>
            <a:r>
              <a:rPr lang="en" sz="1100">
                <a:solidFill>
                  <a:srgbClr val="666666"/>
                </a:solidFill>
                <a:latin typeface="Lato"/>
                <a:ea typeface="Lato"/>
                <a:cs typeface="Lato"/>
                <a:sym typeface="Lato"/>
              </a:rPr>
              <a:t>1. their </a:t>
            </a:r>
            <a:r>
              <a:rPr lang="en" sz="1100" u="sng">
                <a:solidFill>
                  <a:srgbClr val="666666"/>
                </a:solidFill>
                <a:latin typeface="Lato"/>
                <a:ea typeface="Lato"/>
                <a:cs typeface="Lato"/>
                <a:sym typeface="Lato"/>
              </a:rPr>
              <a:t>energy</a:t>
            </a:r>
            <a:r>
              <a:rPr lang="en" sz="1100">
                <a:solidFill>
                  <a:srgbClr val="666666"/>
                </a:solidFill>
                <a:latin typeface="Lato"/>
                <a:ea typeface="Lato"/>
                <a:cs typeface="Lato"/>
                <a:sym typeface="Lato"/>
              </a:rPr>
              <a:t> is greater than 2 MeV and less than 22 MeV</a:t>
            </a:r>
            <a:br>
              <a:rPr lang="en" sz="1100">
                <a:solidFill>
                  <a:srgbClr val="666666"/>
                </a:solidFill>
                <a:latin typeface="Lato"/>
                <a:ea typeface="Lato"/>
                <a:cs typeface="Lato"/>
                <a:sym typeface="Lato"/>
              </a:rPr>
            </a:br>
            <a:r>
              <a:rPr lang="en" sz="1100">
                <a:solidFill>
                  <a:srgbClr val="666666"/>
                </a:solidFill>
                <a:latin typeface="Lato"/>
                <a:ea typeface="Lato"/>
                <a:cs typeface="Lato"/>
                <a:sym typeface="Lato"/>
              </a:rPr>
              <a:t>2. a </a:t>
            </a:r>
            <a:r>
              <a:rPr lang="en" sz="1100" u="sng">
                <a:solidFill>
                  <a:srgbClr val="666666"/>
                </a:solidFill>
                <a:latin typeface="Lato"/>
                <a:ea typeface="Lato"/>
                <a:cs typeface="Lato"/>
                <a:sym typeface="Lato"/>
              </a:rPr>
              <a:t>transverse offset</a:t>
            </a:r>
            <a:r>
              <a:rPr lang="en" sz="1100">
                <a:solidFill>
                  <a:srgbClr val="666666"/>
                </a:solidFill>
                <a:latin typeface="Lato"/>
                <a:ea typeface="Lato"/>
                <a:cs typeface="Lato"/>
                <a:sym typeface="Lato"/>
              </a:rPr>
              <a:t> less than 10 mm.</a:t>
            </a:r>
            <a:endParaRPr sz="11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15" name="Google Shape;315;p37"/>
          <p:cNvSpPr txBox="1"/>
          <p:nvPr/>
        </p:nvSpPr>
        <p:spPr>
          <a:xfrm>
            <a:off x="2075650" y="1779925"/>
            <a:ext cx="1764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8C1515"/>
                </a:solidFill>
                <a:highlight>
                  <a:srgbClr val="FF8E8E"/>
                </a:highlight>
                <a:latin typeface="Lato"/>
                <a:ea typeface="Lato"/>
                <a:cs typeface="Lato"/>
                <a:sym typeface="Lato"/>
              </a:rPr>
              <a:t>Comparable Yields</a:t>
            </a:r>
            <a:endParaRPr b="1">
              <a:solidFill>
                <a:srgbClr val="8C1515"/>
              </a:solidFill>
              <a:highlight>
                <a:srgbClr val="FF8E8E"/>
              </a:highlight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316" name="Google Shape;316;p37"/>
          <p:cNvPicPr preferRelativeResize="0"/>
          <p:nvPr/>
        </p:nvPicPr>
        <p:blipFill rotWithShape="1">
          <a:blip r:embed="rId4">
            <a:alphaModFix/>
          </a:blip>
          <a:srcRect t="7612"/>
          <a:stretch/>
        </p:blipFill>
        <p:spPr>
          <a:xfrm>
            <a:off x="5019975" y="736175"/>
            <a:ext cx="3685050" cy="2924377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37"/>
          <p:cNvSpPr txBox="1"/>
          <p:nvPr/>
        </p:nvSpPr>
        <p:spPr>
          <a:xfrm>
            <a:off x="5147999" y="3584350"/>
            <a:ext cx="3684900" cy="103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666666"/>
                </a:solidFill>
                <a:latin typeface="Lato"/>
                <a:ea typeface="Lato"/>
                <a:cs typeface="Lato"/>
                <a:sym typeface="Lato"/>
              </a:rPr>
              <a:t>Energy spectrum of positrons generated in 5.5 radiation length LXe and Ta targets by a 10 GeV electron beam.</a:t>
            </a:r>
            <a:endParaRPr sz="1100">
              <a:solidFill>
                <a:srgbClr val="666666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rgbClr val="666666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666666"/>
                </a:solidFill>
                <a:latin typeface="Lato"/>
                <a:ea typeface="Lato"/>
                <a:cs typeface="Lato"/>
                <a:sym typeface="Lato"/>
              </a:rPr>
              <a:t>***We omit the W</a:t>
            </a:r>
            <a:r>
              <a:rPr lang="en" sz="1100" baseline="-25000">
                <a:solidFill>
                  <a:srgbClr val="666666"/>
                </a:solidFill>
                <a:latin typeface="Lato"/>
                <a:ea typeface="Lato"/>
                <a:cs typeface="Lato"/>
                <a:sym typeface="Lato"/>
              </a:rPr>
              <a:t>75</a:t>
            </a:r>
            <a:r>
              <a:rPr lang="en" sz="1100">
                <a:solidFill>
                  <a:srgbClr val="666666"/>
                </a:solidFill>
                <a:latin typeface="Lato"/>
                <a:ea typeface="Lato"/>
                <a:cs typeface="Lato"/>
                <a:sym typeface="Lato"/>
              </a:rPr>
              <a:t>Re</a:t>
            </a:r>
            <a:r>
              <a:rPr lang="en" sz="1100" baseline="-25000">
                <a:solidFill>
                  <a:srgbClr val="666666"/>
                </a:solidFill>
                <a:latin typeface="Lato"/>
                <a:ea typeface="Lato"/>
                <a:cs typeface="Lato"/>
                <a:sym typeface="Lato"/>
              </a:rPr>
              <a:t>25</a:t>
            </a:r>
            <a:r>
              <a:rPr lang="en" sz="1100">
                <a:solidFill>
                  <a:srgbClr val="666666"/>
                </a:solidFill>
                <a:latin typeface="Lato"/>
                <a:ea typeface="Lato"/>
                <a:cs typeface="Lato"/>
                <a:sym typeface="Lato"/>
              </a:rPr>
              <a:t> spectrum because it closely matches the Ta spectrum.</a:t>
            </a:r>
            <a:endParaRPr sz="1100">
              <a:solidFill>
                <a:srgbClr val="666666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18" name="Google Shape;318;p37"/>
          <p:cNvSpPr txBox="1"/>
          <p:nvPr/>
        </p:nvSpPr>
        <p:spPr>
          <a:xfrm>
            <a:off x="5961750" y="1779925"/>
            <a:ext cx="2057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8C1515"/>
                </a:solidFill>
                <a:highlight>
                  <a:srgbClr val="FF8E8E"/>
                </a:highlight>
                <a:latin typeface="Lato"/>
                <a:ea typeface="Lato"/>
                <a:cs typeface="Lato"/>
                <a:sym typeface="Lato"/>
              </a:rPr>
              <a:t>Similar Energy Spectra</a:t>
            </a:r>
            <a:endParaRPr b="1">
              <a:solidFill>
                <a:srgbClr val="8C1515"/>
              </a:solidFill>
              <a:highlight>
                <a:srgbClr val="FF8E8E"/>
              </a:highlight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" name="Google Shape;306;p36">
            <a:extLst>
              <a:ext uri="{FF2B5EF4-FFF2-40B4-BE49-F238E27FC236}">
                <a16:creationId xmlns:a16="http://schemas.microsoft.com/office/drawing/2014/main" id="{46DDE48B-264B-4F5A-5B20-40E739D2C78A}"/>
              </a:ext>
            </a:extLst>
          </p:cNvPr>
          <p:cNvSpPr txBox="1"/>
          <p:nvPr/>
        </p:nvSpPr>
        <p:spPr>
          <a:xfrm>
            <a:off x="2824808" y="4704302"/>
            <a:ext cx="3465734" cy="600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rgbClr val="666666"/>
                </a:solidFill>
                <a:latin typeface="Lato"/>
                <a:ea typeface="Lato"/>
                <a:cs typeface="Lato"/>
                <a:sym typeface="Lato"/>
              </a:rPr>
              <a:t>Varverakis, et al. (2023). </a:t>
            </a:r>
            <a:r>
              <a:rPr lang="en-US" sz="900" i="1" dirty="0">
                <a:solidFill>
                  <a:srgbClr val="666666"/>
                </a:solidFill>
                <a:latin typeface="Lato"/>
                <a:ea typeface="Lato"/>
                <a:cs typeface="Lato"/>
                <a:sym typeface="Lato"/>
              </a:rPr>
              <a:t>A liquid xenon positron target concept,</a:t>
            </a:r>
            <a:r>
              <a:rPr lang="en-US" sz="900" dirty="0">
                <a:solidFill>
                  <a:srgbClr val="666666"/>
                </a:solidFill>
                <a:latin typeface="Lato"/>
                <a:ea typeface="Lato"/>
                <a:cs typeface="Lato"/>
                <a:sym typeface="Lato"/>
              </a:rPr>
              <a:t> NIM-A (Vol. 1053, p. 168329). 10.1016/j.nima.2023.168329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 dirty="0">
              <a:solidFill>
                <a:srgbClr val="666666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" name="Google Shape;371;p43">
            <a:extLst>
              <a:ext uri="{FF2B5EF4-FFF2-40B4-BE49-F238E27FC236}">
                <a16:creationId xmlns:a16="http://schemas.microsoft.com/office/drawing/2014/main" id="{BD1493FA-48AD-E009-01F4-789029DEFC19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1225753" y="4767591"/>
            <a:ext cx="1530326" cy="162900"/>
          </a:xfrm>
          <a:prstGeom prst="rect">
            <a:avLst/>
          </a:prstGeom>
        </p:spPr>
        <p:txBody>
          <a:bodyPr spcFirstLastPara="1" wrap="square" lIns="0" tIns="34275" rIns="68575" bIns="34275" anchor="ctr" anchorCtr="0">
            <a:noAutofit/>
          </a:bodyPr>
          <a:lstStyle/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-US" dirty="0"/>
              <a:t>US-Japan Collaboration Meeting, Feb 26, 2025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38"/>
          <p:cNvSpPr txBox="1">
            <a:spLocks noGrp="1"/>
          </p:cNvSpPr>
          <p:nvPr>
            <p:ph type="title"/>
          </p:nvPr>
        </p:nvSpPr>
        <p:spPr>
          <a:xfrm>
            <a:off x="600075" y="163450"/>
            <a:ext cx="7915200" cy="474000"/>
          </a:xfrm>
          <a:prstGeom prst="rect">
            <a:avLst/>
          </a:prstGeom>
        </p:spPr>
        <p:txBody>
          <a:bodyPr spcFirstLastPara="1" wrap="square" lIns="0" tIns="34275" rIns="68575" bIns="3427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Yield and exit window energy deposit correlation</a:t>
            </a:r>
            <a:endParaRPr baseline="-25000"/>
          </a:p>
        </p:txBody>
      </p:sp>
      <p:sp>
        <p:nvSpPr>
          <p:cNvPr id="324" name="Google Shape;324;p38"/>
          <p:cNvSpPr txBox="1">
            <a:spLocks noGrp="1"/>
          </p:cNvSpPr>
          <p:nvPr>
            <p:ph type="sldNum" idx="12"/>
          </p:nvPr>
        </p:nvSpPr>
        <p:spPr>
          <a:xfrm>
            <a:off x="7010400" y="486959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0" bIns="3427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  <p:pic>
        <p:nvPicPr>
          <p:cNvPr id="325" name="Google Shape;325;p38"/>
          <p:cNvPicPr preferRelativeResize="0"/>
          <p:nvPr/>
        </p:nvPicPr>
        <p:blipFill rotWithShape="1">
          <a:blip r:embed="rId3">
            <a:alphaModFix/>
          </a:blip>
          <a:srcRect t="3493"/>
          <a:stretch/>
        </p:blipFill>
        <p:spPr>
          <a:xfrm>
            <a:off x="600075" y="897825"/>
            <a:ext cx="4495675" cy="3604075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p38"/>
          <p:cNvSpPr txBox="1"/>
          <p:nvPr/>
        </p:nvSpPr>
        <p:spPr>
          <a:xfrm>
            <a:off x="5095725" y="1392050"/>
            <a:ext cx="3853200" cy="255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Lato"/>
                <a:ea typeface="Lato"/>
                <a:cs typeface="Lato"/>
                <a:sym typeface="Lato"/>
              </a:rPr>
              <a:t>Energy deposition in the beryllium exit window as a function of particle yield for three different input electron beam energies. </a:t>
            </a:r>
            <a:endParaRPr dirty="0"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Lato"/>
                <a:ea typeface="Lato"/>
                <a:cs typeface="Lato"/>
                <a:sym typeface="Lato"/>
              </a:rPr>
              <a:t>***The yield value shown is after the particle selection cuts are applied.</a:t>
            </a:r>
            <a:endParaRPr dirty="0"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Lato"/>
                <a:ea typeface="Lato"/>
                <a:cs typeface="Lato"/>
                <a:sym typeface="Lato"/>
              </a:rPr>
              <a:t>There is a </a:t>
            </a:r>
            <a:r>
              <a:rPr lang="en" u="sng" dirty="0">
                <a:latin typeface="Lato"/>
                <a:ea typeface="Lato"/>
                <a:cs typeface="Lato"/>
                <a:sym typeface="Lato"/>
              </a:rPr>
              <a:t>linear dependence</a:t>
            </a:r>
            <a:r>
              <a:rPr lang="en" dirty="0">
                <a:latin typeface="Lato"/>
                <a:ea typeface="Lato"/>
                <a:cs typeface="Lato"/>
                <a:sym typeface="Lato"/>
              </a:rPr>
              <a:t> on energy deposited in the exit window per yield particle up to the maximum yield for each incoming beam energy.</a:t>
            </a:r>
            <a:endParaRPr dirty="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27" name="Google Shape;327;p38"/>
          <p:cNvSpPr txBox="1"/>
          <p:nvPr/>
        </p:nvSpPr>
        <p:spPr>
          <a:xfrm>
            <a:off x="2402300" y="3291150"/>
            <a:ext cx="2617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8C1515"/>
                </a:solidFill>
                <a:highlight>
                  <a:srgbClr val="FF8E8E"/>
                </a:highlight>
                <a:latin typeface="Lato"/>
                <a:ea typeface="Lato"/>
                <a:cs typeface="Lato"/>
                <a:sym typeface="Lato"/>
              </a:rPr>
              <a:t>Yield ⇔ Window Energy Dep.</a:t>
            </a:r>
            <a:endParaRPr b="1">
              <a:solidFill>
                <a:srgbClr val="8C1515"/>
              </a:solidFill>
              <a:highlight>
                <a:srgbClr val="FF8E8E"/>
              </a:highlight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" name="Google Shape;306;p36">
            <a:extLst>
              <a:ext uri="{FF2B5EF4-FFF2-40B4-BE49-F238E27FC236}">
                <a16:creationId xmlns:a16="http://schemas.microsoft.com/office/drawing/2014/main" id="{4757FAFC-43EE-48F8-F6DB-38CDD3A1B6C6}"/>
              </a:ext>
            </a:extLst>
          </p:cNvPr>
          <p:cNvSpPr txBox="1"/>
          <p:nvPr/>
        </p:nvSpPr>
        <p:spPr>
          <a:xfrm>
            <a:off x="2824808" y="4704302"/>
            <a:ext cx="3465734" cy="600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rgbClr val="666666"/>
                </a:solidFill>
                <a:latin typeface="Lato"/>
                <a:ea typeface="Lato"/>
                <a:cs typeface="Lato"/>
                <a:sym typeface="Lato"/>
              </a:rPr>
              <a:t>Varverakis, et al. (2023). </a:t>
            </a:r>
            <a:r>
              <a:rPr lang="en-US" sz="900" i="1" dirty="0">
                <a:solidFill>
                  <a:srgbClr val="666666"/>
                </a:solidFill>
                <a:latin typeface="Lato"/>
                <a:ea typeface="Lato"/>
                <a:cs typeface="Lato"/>
                <a:sym typeface="Lato"/>
              </a:rPr>
              <a:t>A liquid xenon positron target concept,</a:t>
            </a:r>
            <a:r>
              <a:rPr lang="en-US" sz="900" dirty="0">
                <a:solidFill>
                  <a:srgbClr val="666666"/>
                </a:solidFill>
                <a:latin typeface="Lato"/>
                <a:ea typeface="Lato"/>
                <a:cs typeface="Lato"/>
                <a:sym typeface="Lato"/>
              </a:rPr>
              <a:t> NIM-A (Vol. 1053, p. 168329). 10.1016/j.nima.2023.168329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 dirty="0">
              <a:solidFill>
                <a:srgbClr val="666666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" name="Google Shape;371;p43">
            <a:extLst>
              <a:ext uri="{FF2B5EF4-FFF2-40B4-BE49-F238E27FC236}">
                <a16:creationId xmlns:a16="http://schemas.microsoft.com/office/drawing/2014/main" id="{CB79E290-5B4E-FB23-04E3-AE2CC894F6EE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1225753" y="4767591"/>
            <a:ext cx="1530326" cy="162900"/>
          </a:xfrm>
          <a:prstGeom prst="rect">
            <a:avLst/>
          </a:prstGeom>
        </p:spPr>
        <p:txBody>
          <a:bodyPr spcFirstLastPara="1" wrap="square" lIns="0" tIns="34275" rIns="68575" bIns="34275" anchor="ctr" anchorCtr="0">
            <a:noAutofit/>
          </a:bodyPr>
          <a:lstStyle/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-US" dirty="0"/>
              <a:t>US-Japan Collaboration Meeting, Feb 26, 2025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39"/>
          <p:cNvSpPr txBox="1">
            <a:spLocks noGrp="1"/>
          </p:cNvSpPr>
          <p:nvPr>
            <p:ph type="title"/>
          </p:nvPr>
        </p:nvSpPr>
        <p:spPr>
          <a:xfrm>
            <a:off x="600075" y="190882"/>
            <a:ext cx="7915200" cy="474000"/>
          </a:xfrm>
          <a:prstGeom prst="rect">
            <a:avLst/>
          </a:prstGeom>
        </p:spPr>
        <p:txBody>
          <a:bodyPr spcFirstLastPara="1" wrap="square" lIns="0" tIns="34275" rIns="68575" bIns="3427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LXe energy deposition caveats</a:t>
            </a:r>
            <a:endParaRPr/>
          </a:p>
        </p:txBody>
      </p:sp>
      <p:pic>
        <p:nvPicPr>
          <p:cNvPr id="333" name="Google Shape;333;p39"/>
          <p:cNvPicPr preferRelativeResize="0"/>
          <p:nvPr/>
        </p:nvPicPr>
        <p:blipFill rotWithShape="1">
          <a:blip r:embed="rId3">
            <a:alphaModFix/>
          </a:blip>
          <a:srcRect t="9543"/>
          <a:stretch/>
        </p:blipFill>
        <p:spPr>
          <a:xfrm>
            <a:off x="1102647" y="1023785"/>
            <a:ext cx="4015024" cy="26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39"/>
          <p:cNvSpPr txBox="1"/>
          <p:nvPr/>
        </p:nvSpPr>
        <p:spPr>
          <a:xfrm>
            <a:off x="1102647" y="3693595"/>
            <a:ext cx="3853200" cy="14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666666"/>
                </a:solidFill>
                <a:latin typeface="Lato"/>
                <a:ea typeface="Lato"/>
                <a:cs typeface="Lato"/>
                <a:sym typeface="Lato"/>
              </a:rPr>
              <a:t>Mean energy deposition in LXe target per incident electron as a function of positron yield at three different beam energies. </a:t>
            </a:r>
            <a:endParaRPr sz="1100" dirty="0">
              <a:solidFill>
                <a:srgbClr val="666666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35" name="Google Shape;335;p39"/>
          <p:cNvSpPr txBox="1"/>
          <p:nvPr/>
        </p:nvSpPr>
        <p:spPr>
          <a:xfrm>
            <a:off x="2517646" y="1141485"/>
            <a:ext cx="23655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rgbClr val="8C1515"/>
                </a:solidFill>
                <a:highlight>
                  <a:srgbClr val="FF8E8E"/>
                </a:highlight>
                <a:latin typeface="Lato"/>
                <a:ea typeface="Lato"/>
                <a:cs typeface="Lato"/>
                <a:sym typeface="Lato"/>
              </a:rPr>
              <a:t>Large drop in Energy Dep. for small losses in Yield</a:t>
            </a:r>
            <a:endParaRPr b="1" dirty="0">
              <a:solidFill>
                <a:srgbClr val="8C1515"/>
              </a:solidFill>
              <a:highlight>
                <a:srgbClr val="FF8E8E"/>
              </a:highlight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36" name="Google Shape;336;p39"/>
          <p:cNvSpPr txBox="1">
            <a:spLocks noGrp="1"/>
          </p:cNvSpPr>
          <p:nvPr>
            <p:ph type="sldNum" idx="12"/>
          </p:nvPr>
        </p:nvSpPr>
        <p:spPr>
          <a:xfrm>
            <a:off x="7010400" y="486959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0" bIns="3427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"/>
              <a:t>8</a:t>
            </a:fld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63CD7E1-08B3-2DE8-562A-1313934BC1D7}"/>
              </a:ext>
            </a:extLst>
          </p:cNvPr>
          <p:cNvSpPr txBox="1"/>
          <p:nvPr/>
        </p:nvSpPr>
        <p:spPr>
          <a:xfrm>
            <a:off x="4955847" y="1142292"/>
            <a:ext cx="331579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 rtl="0">
              <a:spcBef>
                <a:spcPts val="0"/>
              </a:spcBef>
              <a:spcAft>
                <a:spcPts val="0"/>
              </a:spcAft>
              <a:buClr>
                <a:srgbClr val="8C1414"/>
              </a:buClr>
            </a:pPr>
            <a:r>
              <a:rPr lang="en-US" sz="1200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Each point represents a different radiation length of the LXe target.</a:t>
            </a:r>
            <a:br>
              <a:rPr lang="en-US" sz="1200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</a:br>
            <a:endParaRPr lang="en-US" sz="1200" dirty="0">
              <a:solidFill>
                <a:schemeClr val="tx1"/>
              </a:solidFill>
              <a:latin typeface="Lato"/>
              <a:ea typeface="Lato"/>
              <a:cs typeface="Lato"/>
              <a:sym typeface="Lato"/>
            </a:endParaRPr>
          </a:p>
          <a:p>
            <a:pPr>
              <a:buClr>
                <a:srgbClr val="8C1414"/>
              </a:buClr>
            </a:pPr>
            <a:r>
              <a:rPr lang="en-US" sz="1200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(Filled-in points indicate operating radiation length for LXe)</a:t>
            </a:r>
          </a:p>
        </p:txBody>
      </p:sp>
      <p:sp>
        <p:nvSpPr>
          <p:cNvPr id="5" name="Google Shape;306;p36">
            <a:extLst>
              <a:ext uri="{FF2B5EF4-FFF2-40B4-BE49-F238E27FC236}">
                <a16:creationId xmlns:a16="http://schemas.microsoft.com/office/drawing/2014/main" id="{E1E74DA4-BF3E-E912-F006-0917AF2D2237}"/>
              </a:ext>
            </a:extLst>
          </p:cNvPr>
          <p:cNvSpPr txBox="1"/>
          <p:nvPr/>
        </p:nvSpPr>
        <p:spPr>
          <a:xfrm>
            <a:off x="2824808" y="4704302"/>
            <a:ext cx="3465734" cy="600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rgbClr val="666666"/>
                </a:solidFill>
                <a:latin typeface="Lato"/>
                <a:ea typeface="Lato"/>
                <a:cs typeface="Lato"/>
                <a:sym typeface="Lato"/>
              </a:rPr>
              <a:t>Varverakis, et al. (2023). </a:t>
            </a:r>
            <a:r>
              <a:rPr lang="en-US" sz="900" i="1" dirty="0">
                <a:solidFill>
                  <a:srgbClr val="666666"/>
                </a:solidFill>
                <a:latin typeface="Lato"/>
                <a:ea typeface="Lato"/>
                <a:cs typeface="Lato"/>
                <a:sym typeface="Lato"/>
              </a:rPr>
              <a:t>A liquid xenon positron target concept,</a:t>
            </a:r>
            <a:r>
              <a:rPr lang="en-US" sz="900" dirty="0">
                <a:solidFill>
                  <a:srgbClr val="666666"/>
                </a:solidFill>
                <a:latin typeface="Lato"/>
                <a:ea typeface="Lato"/>
                <a:cs typeface="Lato"/>
                <a:sym typeface="Lato"/>
              </a:rPr>
              <a:t> NIM-A (Vol. 1053, p. 168329). 10.1016/j.nima.2023.168329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 dirty="0">
              <a:solidFill>
                <a:srgbClr val="666666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" name="Google Shape;371;p43">
            <a:extLst>
              <a:ext uri="{FF2B5EF4-FFF2-40B4-BE49-F238E27FC236}">
                <a16:creationId xmlns:a16="http://schemas.microsoft.com/office/drawing/2014/main" id="{E9BB00DE-B3A5-4C0B-17B2-50D9635EB8A9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1225753" y="4767591"/>
            <a:ext cx="1530326" cy="162900"/>
          </a:xfrm>
          <a:prstGeom prst="rect">
            <a:avLst/>
          </a:prstGeom>
        </p:spPr>
        <p:txBody>
          <a:bodyPr spcFirstLastPara="1" wrap="square" lIns="0" tIns="34275" rIns="68575" bIns="34275" anchor="ctr" anchorCtr="0">
            <a:noAutofit/>
          </a:bodyPr>
          <a:lstStyle/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-US" dirty="0"/>
              <a:t>US-Japan Collaboration Meeting, Feb 26, 2025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0"/>
          <p:cNvSpPr txBox="1">
            <a:spLocks noGrp="1"/>
          </p:cNvSpPr>
          <p:nvPr>
            <p:ph type="body" idx="1"/>
          </p:nvPr>
        </p:nvSpPr>
        <p:spPr>
          <a:xfrm>
            <a:off x="600075" y="832669"/>
            <a:ext cx="7915200" cy="298800"/>
          </a:xfrm>
          <a:prstGeom prst="rect">
            <a:avLst/>
          </a:prstGeom>
        </p:spPr>
        <p:txBody>
          <a:bodyPr spcFirstLastPara="1" wrap="square" lIns="0" tIns="34275" rIns="68575" bIns="34275" anchor="t" anchorCtr="0">
            <a:noAutofit/>
          </a:bodyPr>
          <a:lstStyle/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 dirty="0"/>
              <a:t>Simulations of LXe + windows in G4Beamline</a:t>
            </a:r>
            <a:endParaRPr dirty="0"/>
          </a:p>
        </p:txBody>
      </p:sp>
      <p:sp>
        <p:nvSpPr>
          <p:cNvPr id="342" name="Google Shape;342;p40"/>
          <p:cNvSpPr txBox="1">
            <a:spLocks noGrp="1"/>
          </p:cNvSpPr>
          <p:nvPr>
            <p:ph type="title"/>
          </p:nvPr>
        </p:nvSpPr>
        <p:spPr>
          <a:xfrm>
            <a:off x="600075" y="200026"/>
            <a:ext cx="7915200" cy="474000"/>
          </a:xfrm>
          <a:prstGeom prst="rect">
            <a:avLst/>
          </a:prstGeom>
        </p:spPr>
        <p:txBody>
          <a:bodyPr spcFirstLastPara="1" wrap="square" lIns="0" tIns="34275" rIns="68575" bIns="3427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Spatial </a:t>
            </a:r>
            <a:r>
              <a:rPr lang="en" dirty="0">
                <a:solidFill>
                  <a:srgbClr val="8C1414"/>
                </a:solidFill>
              </a:rPr>
              <a:t>profiles of </a:t>
            </a:r>
            <a:r>
              <a:rPr lang="en" dirty="0"/>
              <a:t>energy deposition</a:t>
            </a:r>
            <a:endParaRPr dirty="0"/>
          </a:p>
        </p:txBody>
      </p:sp>
      <p:sp>
        <p:nvSpPr>
          <p:cNvPr id="343" name="Google Shape;343;p40"/>
          <p:cNvSpPr txBox="1">
            <a:spLocks noGrp="1"/>
          </p:cNvSpPr>
          <p:nvPr>
            <p:ph type="body" idx="2"/>
          </p:nvPr>
        </p:nvSpPr>
        <p:spPr>
          <a:xfrm>
            <a:off x="600075" y="1150968"/>
            <a:ext cx="7915200" cy="3339600"/>
          </a:xfrm>
          <a:prstGeom prst="rect">
            <a:avLst/>
          </a:prstGeom>
        </p:spPr>
        <p:txBody>
          <a:bodyPr spcFirstLastPara="1" wrap="square" lIns="0" tIns="34275" rIns="68575" bIns="34275" anchor="t" anchorCtr="0">
            <a:noAutofit/>
          </a:bodyPr>
          <a:lstStyle/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 u="sng" dirty="0">
                <a:solidFill>
                  <a:srgbClr val="000000"/>
                </a:solidFill>
              </a:rPr>
              <a:t>Notable simulation parameters</a:t>
            </a:r>
            <a:endParaRPr u="sng" dirty="0">
              <a:solidFill>
                <a:srgbClr val="000000"/>
              </a:solidFill>
            </a:endParaRPr>
          </a:p>
          <a:p>
            <a:pPr marL="457200" lvl="0" indent="-317500" algn="l" rtl="0">
              <a:spcBef>
                <a:spcPts val="800"/>
              </a:spcBef>
              <a:spcAft>
                <a:spcPts val="0"/>
              </a:spcAft>
              <a:buSzPts val="1400"/>
              <a:buChar char="⦁"/>
            </a:pPr>
            <a:r>
              <a:rPr lang="en" dirty="0">
                <a:solidFill>
                  <a:srgbClr val="000000"/>
                </a:solidFill>
              </a:rPr>
              <a:t>3 GeV e</a:t>
            </a:r>
            <a:r>
              <a:rPr lang="en" baseline="30000" dirty="0">
                <a:solidFill>
                  <a:srgbClr val="000000"/>
                </a:solidFill>
              </a:rPr>
              <a:t>–</a:t>
            </a:r>
            <a:r>
              <a:rPr lang="en" dirty="0">
                <a:solidFill>
                  <a:srgbClr val="000000"/>
                </a:solidFill>
              </a:rPr>
              <a:t> beam</a:t>
            </a:r>
            <a:endParaRPr dirty="0">
              <a:solidFill>
                <a:srgbClr val="000000"/>
              </a:solid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⦁"/>
            </a:pPr>
            <a:r>
              <a:rPr lang="en" dirty="0">
                <a:solidFill>
                  <a:srgbClr val="000000"/>
                </a:solidFill>
              </a:rPr>
              <a:t>1,000 macro particles</a:t>
            </a:r>
            <a:endParaRPr dirty="0">
              <a:solidFill>
                <a:srgbClr val="000000"/>
              </a:solid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⦁"/>
            </a:pPr>
            <a:r>
              <a:rPr lang="en" dirty="0">
                <a:solidFill>
                  <a:srgbClr val="000000"/>
                </a:solidFill>
              </a:rPr>
              <a:t>LXe dimensions (</a:t>
            </a:r>
            <a:r>
              <a:rPr lang="en" dirty="0" err="1">
                <a:solidFill>
                  <a:srgbClr val="000000"/>
                </a:solidFill>
              </a:rPr>
              <a:t>x,y,z</a:t>
            </a:r>
            <a:r>
              <a:rPr lang="en" dirty="0">
                <a:solidFill>
                  <a:srgbClr val="000000"/>
                </a:solidFill>
              </a:rPr>
              <a:t>): 7 cm x 7 cm x 10 </a:t>
            </a:r>
            <a:r>
              <a:rPr lang="en" dirty="0">
                <a:solidFill>
                  <a:schemeClr val="dk1"/>
                </a:solidFill>
              </a:rPr>
              <a:t>cm </a:t>
            </a:r>
            <a:r>
              <a:rPr lang="en" dirty="0">
                <a:solidFill>
                  <a:srgbClr val="666666"/>
                </a:solidFill>
              </a:rPr>
              <a:t>(3.5 rad. lengths)</a:t>
            </a:r>
            <a:endParaRPr dirty="0">
              <a:solidFill>
                <a:srgbClr val="000000"/>
              </a:solid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⦁"/>
            </a:pPr>
            <a:r>
              <a:rPr lang="en" dirty="0">
                <a:solidFill>
                  <a:srgbClr val="000000"/>
                </a:solidFill>
              </a:rPr>
              <a:t>LXe sliced into 245,000 rectangular prisms </a:t>
            </a:r>
            <a:r>
              <a:rPr lang="en" dirty="0">
                <a:solidFill>
                  <a:srgbClr val="666666"/>
                </a:solidFill>
              </a:rPr>
              <a:t>(0.1 cm x 0.1 cm x 0.2 cm)</a:t>
            </a:r>
            <a:endParaRPr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 u="sng" dirty="0">
                <a:solidFill>
                  <a:srgbClr val="000000"/>
                </a:solidFill>
              </a:rPr>
              <a:t>Windows</a:t>
            </a:r>
            <a:endParaRPr u="sng" dirty="0">
              <a:solidFill>
                <a:srgbClr val="000000"/>
              </a:solidFill>
            </a:endParaRPr>
          </a:p>
          <a:p>
            <a:pPr marL="457200" lvl="0" indent="-317500" algn="l" rtl="0">
              <a:spcBef>
                <a:spcPts val="800"/>
              </a:spcBef>
              <a:spcAft>
                <a:spcPts val="0"/>
              </a:spcAft>
              <a:buSzPts val="1400"/>
              <a:buChar char="⦁"/>
            </a:pPr>
            <a:r>
              <a:rPr lang="en" dirty="0">
                <a:solidFill>
                  <a:schemeClr val="dk1"/>
                </a:solidFill>
              </a:rPr>
              <a:t>Beryllium (Be) and aluminum (Al) disks were tested, each at thicknesses of 0.5 mm and 2 mm</a:t>
            </a:r>
            <a:endParaRPr dirty="0">
              <a:solidFill>
                <a:schemeClr val="dk1"/>
              </a:solid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⦁"/>
            </a:pPr>
            <a:r>
              <a:rPr lang="en" dirty="0">
                <a:solidFill>
                  <a:schemeClr val="dk1"/>
                </a:solidFill>
              </a:rPr>
              <a:t>Windows were split into “cubes” </a:t>
            </a:r>
            <a:r>
              <a:rPr lang="en" dirty="0">
                <a:solidFill>
                  <a:srgbClr val="666666"/>
                </a:solidFill>
              </a:rPr>
              <a:t>(0.1 cm x 0.1 cm x `</a:t>
            </a:r>
            <a:r>
              <a:rPr lang="en" sz="1300" dirty="0">
                <a:solidFill>
                  <a:srgbClr val="666666"/>
                </a:solidFill>
              </a:rPr>
              <a:t>window thickness</a:t>
            </a:r>
            <a:r>
              <a:rPr lang="en" dirty="0">
                <a:solidFill>
                  <a:srgbClr val="666666"/>
                </a:solidFill>
              </a:rPr>
              <a:t>`)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 u="sng" dirty="0">
                <a:solidFill>
                  <a:schemeClr val="dk1"/>
                </a:solidFill>
              </a:rPr>
              <a:t>Data collection</a:t>
            </a:r>
            <a:endParaRPr u="sng" dirty="0">
              <a:solidFill>
                <a:schemeClr val="dk1"/>
              </a:solidFill>
            </a:endParaRPr>
          </a:p>
          <a:p>
            <a:pPr marL="457200" lvl="0" indent="-317500" algn="l" rtl="0">
              <a:spcBef>
                <a:spcPts val="800"/>
              </a:spcBef>
              <a:spcAft>
                <a:spcPts val="0"/>
              </a:spcAft>
              <a:buSzPts val="1400"/>
              <a:buChar char="⦁"/>
            </a:pPr>
            <a:r>
              <a:rPr lang="en" dirty="0">
                <a:solidFill>
                  <a:schemeClr val="dk1"/>
                </a:solidFill>
              </a:rPr>
              <a:t>Obtained energy deposition in each volume chunk (LXe, entrance window, exit window)</a:t>
            </a:r>
            <a:endParaRPr dirty="0">
              <a:solidFill>
                <a:schemeClr val="dk1"/>
              </a:solid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⦁"/>
            </a:pPr>
            <a:r>
              <a:rPr lang="en" dirty="0">
                <a:solidFill>
                  <a:schemeClr val="dk1"/>
                </a:solidFill>
              </a:rPr>
              <a:t>Results scaled to ILC parameters </a:t>
            </a:r>
            <a:r>
              <a:rPr lang="en" dirty="0">
                <a:solidFill>
                  <a:srgbClr val="666666"/>
                </a:solidFill>
              </a:rPr>
              <a:t>(2.5E10 e¯/bunch @ 1312 bunches/train)</a:t>
            </a: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⦁"/>
            </a:pPr>
            <a:r>
              <a:rPr lang="en" dirty="0">
                <a:solidFill>
                  <a:schemeClr val="tx1"/>
                </a:solidFill>
              </a:rPr>
              <a:t>Key figure of merit is energ</a:t>
            </a:r>
            <a:r>
              <a:rPr lang="en-US" dirty="0">
                <a:solidFill>
                  <a:schemeClr val="tx1"/>
                </a:solidFill>
              </a:rPr>
              <a:t>y</a:t>
            </a:r>
            <a:r>
              <a:rPr lang="en" dirty="0">
                <a:solidFill>
                  <a:schemeClr val="tx1"/>
                </a:solidFill>
              </a:rPr>
              <a:t> deposition density (energy per unit mass: J/g)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345" name="Google Shape;345;p40"/>
          <p:cNvSpPr txBox="1">
            <a:spLocks noGrp="1"/>
          </p:cNvSpPr>
          <p:nvPr>
            <p:ph type="sldNum" idx="12"/>
          </p:nvPr>
        </p:nvSpPr>
        <p:spPr>
          <a:xfrm>
            <a:off x="7010400" y="486959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0" bIns="3427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"/>
              <a:t>9</a:t>
            </a:fld>
            <a:endParaRPr/>
          </a:p>
        </p:txBody>
      </p:sp>
      <p:sp>
        <p:nvSpPr>
          <p:cNvPr id="2" name="Google Shape;371;p43">
            <a:extLst>
              <a:ext uri="{FF2B5EF4-FFF2-40B4-BE49-F238E27FC236}">
                <a16:creationId xmlns:a16="http://schemas.microsoft.com/office/drawing/2014/main" id="{54B35B6D-66CB-3044-934A-E57A1695F74A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1225753" y="4767591"/>
            <a:ext cx="3157500" cy="162900"/>
          </a:xfrm>
          <a:prstGeom prst="rect">
            <a:avLst/>
          </a:prstGeom>
        </p:spPr>
        <p:txBody>
          <a:bodyPr spcFirstLastPara="1" wrap="square" lIns="0" tIns="34275" rIns="68575" bIns="34275" anchor="ctr" anchorCtr="0">
            <a:noAutofit/>
          </a:bodyPr>
          <a:lstStyle/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-US" dirty="0"/>
              <a:t>US-Japan Collaboration Meeting, Feb 26, 2025</a:t>
            </a: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41"/>
          <p:cNvSpPr txBox="1">
            <a:spLocks noGrp="1"/>
          </p:cNvSpPr>
          <p:nvPr>
            <p:ph type="title"/>
          </p:nvPr>
        </p:nvSpPr>
        <p:spPr>
          <a:xfrm>
            <a:off x="600075" y="200026"/>
            <a:ext cx="7915200" cy="474000"/>
          </a:xfrm>
          <a:prstGeom prst="rect">
            <a:avLst/>
          </a:prstGeom>
        </p:spPr>
        <p:txBody>
          <a:bodyPr spcFirstLastPara="1" wrap="square" lIns="0" tIns="34275" rIns="68575" bIns="34275" anchor="b" anchorCtr="0">
            <a:normAutofit fontScale="90000"/>
          </a:bodyPr>
          <a:lstStyle/>
          <a:p>
            <a:pPr lvl="0">
              <a:spcBef>
                <a:spcPts val="800"/>
              </a:spcBef>
            </a:pPr>
            <a:r>
              <a:rPr lang="en-US" dirty="0"/>
              <a:t>E</a:t>
            </a:r>
            <a:r>
              <a:rPr lang="en-US" baseline="-25000" dirty="0"/>
              <a:t>dep</a:t>
            </a:r>
            <a:r>
              <a:rPr lang="en-US" dirty="0"/>
              <a:t> density distribution in LXe</a:t>
            </a:r>
          </a:p>
        </p:txBody>
      </p:sp>
      <p:pic>
        <p:nvPicPr>
          <p:cNvPr id="399" name="LXe_EDD_ZSweep_Be_0.5mm_3D_2D.mp4">
            <a:hlinkClick r:id="" action="ppaction://media"/>
            <a:extLst>
              <a:ext uri="{FF2B5EF4-FFF2-40B4-BE49-F238E27FC236}">
                <a16:creationId xmlns:a16="http://schemas.microsoft.com/office/drawing/2014/main" id="{FAEB77FA-4EF3-810C-56DC-9E52898A2A95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0" y="757479"/>
            <a:ext cx="9144000" cy="4572000"/>
          </a:xfrm>
          <a:prstGeom prst="rect">
            <a:avLst/>
          </a:prstGeom>
        </p:spPr>
      </p:pic>
      <p:sp>
        <p:nvSpPr>
          <p:cNvPr id="354" name="Google Shape;354;p41"/>
          <p:cNvSpPr txBox="1">
            <a:spLocks noGrp="1"/>
          </p:cNvSpPr>
          <p:nvPr>
            <p:ph type="sldNum" idx="12"/>
          </p:nvPr>
        </p:nvSpPr>
        <p:spPr>
          <a:xfrm>
            <a:off x="7010400" y="486959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0" bIns="3427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"/>
              <a:t>10</a:t>
            </a:fld>
            <a:endParaRPr/>
          </a:p>
        </p:txBody>
      </p:sp>
      <p:pic>
        <p:nvPicPr>
          <p:cNvPr id="400" name="Picture 399">
            <a:extLst>
              <a:ext uri="{FF2B5EF4-FFF2-40B4-BE49-F238E27FC236}">
                <a16:creationId xmlns:a16="http://schemas.microsoft.com/office/drawing/2014/main" id="{C92F9294-CA61-F67E-EC87-FAEFED5C3CE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0699" y="4730325"/>
            <a:ext cx="565283" cy="276218"/>
          </a:xfrm>
          <a:prstGeom prst="rect">
            <a:avLst/>
          </a:prstGeom>
        </p:spPr>
      </p:pic>
      <p:sp>
        <p:nvSpPr>
          <p:cNvPr id="401" name="TextBox 400">
            <a:extLst>
              <a:ext uri="{FF2B5EF4-FFF2-40B4-BE49-F238E27FC236}">
                <a16:creationId xmlns:a16="http://schemas.microsoft.com/office/drawing/2014/main" id="{36D8CD5F-9659-4804-6306-D2303AC89B11}"/>
              </a:ext>
            </a:extLst>
          </p:cNvPr>
          <p:cNvSpPr txBox="1"/>
          <p:nvPr/>
        </p:nvSpPr>
        <p:spPr>
          <a:xfrm>
            <a:off x="64394" y="888642"/>
            <a:ext cx="349661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u="sng" dirty="0"/>
              <a:t>Ideal scenario</a:t>
            </a:r>
            <a:br>
              <a:rPr lang="en-US" u="sng" dirty="0"/>
            </a:br>
            <a:r>
              <a:rPr lang="en-US" dirty="0"/>
              <a:t>E</a:t>
            </a:r>
            <a:r>
              <a:rPr lang="en-US" baseline="-25000" dirty="0"/>
              <a:t>dep</a:t>
            </a:r>
            <a:r>
              <a:rPr lang="en-US" dirty="0"/>
              <a:t> density (EDD) &lt; peak EDD	</a:t>
            </a:r>
            <a:r>
              <a:rPr lang="en-US" dirty="0">
                <a:solidFill>
                  <a:srgbClr val="85898E"/>
                </a:solidFill>
              </a:rPr>
              <a:t>	            (PEDD = 96.2 J/g)</a:t>
            </a:r>
            <a:endParaRPr lang="en-US" dirty="0"/>
          </a:p>
        </p:txBody>
      </p:sp>
      <p:sp>
        <p:nvSpPr>
          <p:cNvPr id="402" name="Google Shape;371;p43">
            <a:extLst>
              <a:ext uri="{FF2B5EF4-FFF2-40B4-BE49-F238E27FC236}">
                <a16:creationId xmlns:a16="http://schemas.microsoft.com/office/drawing/2014/main" id="{3BEE8D4E-AD9B-404B-3BDE-24CD87C41972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1225753" y="4767591"/>
            <a:ext cx="3157500" cy="162900"/>
          </a:xfrm>
          <a:prstGeom prst="rect">
            <a:avLst/>
          </a:prstGeom>
        </p:spPr>
        <p:txBody>
          <a:bodyPr spcFirstLastPara="1" wrap="square" lIns="0" tIns="34275" rIns="68575" bIns="34275" anchor="ctr" anchorCtr="0">
            <a:noAutofit/>
          </a:bodyPr>
          <a:lstStyle/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-US" dirty="0"/>
              <a:t>US-Japan Collaboration Meeting, Feb 26, 2025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000" fill="hold"/>
                                        <p:tgtEl>
                                          <p:spTgt spid="39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99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9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9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99"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9">
          <a:extLst>
            <a:ext uri="{FF2B5EF4-FFF2-40B4-BE49-F238E27FC236}">
              <a16:creationId xmlns:a16="http://schemas.microsoft.com/office/drawing/2014/main" id="{FB5EF416-1E4C-7DED-1BE1-C2984655C6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41">
            <a:extLst>
              <a:ext uri="{FF2B5EF4-FFF2-40B4-BE49-F238E27FC236}">
                <a16:creationId xmlns:a16="http://schemas.microsoft.com/office/drawing/2014/main" id="{27D537EE-F79B-1C55-2CFE-EB25F977B18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0075" y="200026"/>
            <a:ext cx="7915200" cy="474000"/>
          </a:xfrm>
          <a:prstGeom prst="rect">
            <a:avLst/>
          </a:prstGeom>
        </p:spPr>
        <p:txBody>
          <a:bodyPr spcFirstLastPara="1" wrap="square" lIns="0" tIns="34275" rIns="68575" bIns="34275" anchor="b" anchorCtr="0">
            <a:normAutofit fontScale="90000"/>
          </a:bodyPr>
          <a:lstStyle/>
          <a:p>
            <a:pPr lvl="0">
              <a:spcBef>
                <a:spcPts val="800"/>
              </a:spcBef>
            </a:pPr>
            <a:r>
              <a:rPr lang="en-US" dirty="0"/>
              <a:t>E</a:t>
            </a:r>
            <a:r>
              <a:rPr lang="en-US" baseline="-25000" dirty="0"/>
              <a:t>dep</a:t>
            </a:r>
            <a:r>
              <a:rPr lang="en-US" dirty="0"/>
              <a:t> density statistics in LXe</a:t>
            </a:r>
          </a:p>
        </p:txBody>
      </p:sp>
      <p:sp>
        <p:nvSpPr>
          <p:cNvPr id="354" name="Google Shape;354;p41">
            <a:extLst>
              <a:ext uri="{FF2B5EF4-FFF2-40B4-BE49-F238E27FC236}">
                <a16:creationId xmlns:a16="http://schemas.microsoft.com/office/drawing/2014/main" id="{93504208-83A0-C7D4-135F-87808F0B3C0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7010400" y="486959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0" bIns="3427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"/>
              <a:t>11</a:t>
            </a:fld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DEA6022-0E4D-AD8B-8E4D-0CE07A96307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083" r="6077"/>
          <a:stretch/>
        </p:blipFill>
        <p:spPr>
          <a:xfrm>
            <a:off x="258417" y="976991"/>
            <a:ext cx="4022035" cy="358963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F091D0D-19DF-BA6F-4AEF-9EED7C76E2C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727" r="5387"/>
          <a:stretch/>
        </p:blipFill>
        <p:spPr>
          <a:xfrm>
            <a:off x="4429539" y="976991"/>
            <a:ext cx="4456044" cy="358963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3FA91F5-3BFF-C937-BB18-1B255261D445}"/>
              </a:ext>
            </a:extLst>
          </p:cNvPr>
          <p:cNvSpPr txBox="1"/>
          <p:nvPr/>
        </p:nvSpPr>
        <p:spPr>
          <a:xfrm>
            <a:off x="2312504" y="1875423"/>
            <a:ext cx="21170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8C1515"/>
                </a:solidFill>
                <a:highlight>
                  <a:srgbClr val="FF8E8E"/>
                </a:highlight>
                <a:latin typeface="Lato"/>
                <a:ea typeface="Lato"/>
                <a:cs typeface="Lato"/>
                <a:sym typeface="Lato"/>
              </a:rPr>
              <a:t>Outliers make up &lt; 15% of all nonzero E</a:t>
            </a:r>
            <a:r>
              <a:rPr lang="en-US" b="1" baseline="-25000" dirty="0">
                <a:solidFill>
                  <a:srgbClr val="8C1515"/>
                </a:solidFill>
                <a:highlight>
                  <a:srgbClr val="FF8E8E"/>
                </a:highlight>
                <a:latin typeface="Lato"/>
                <a:ea typeface="Lato"/>
                <a:cs typeface="Lato"/>
                <a:sym typeface="Lato"/>
              </a:rPr>
              <a:t>dep</a:t>
            </a:r>
            <a:r>
              <a:rPr lang="en-US" b="1" dirty="0">
                <a:solidFill>
                  <a:srgbClr val="8C1515"/>
                </a:solidFill>
                <a:highlight>
                  <a:srgbClr val="FF8E8E"/>
                </a:highlight>
                <a:latin typeface="Lato"/>
                <a:ea typeface="Lato"/>
                <a:cs typeface="Lato"/>
                <a:sym typeface="Lato"/>
              </a:rPr>
              <a:t> data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B847E36-ED5D-C717-6BC9-0F8D92E464A1}"/>
              </a:ext>
            </a:extLst>
          </p:cNvPr>
          <p:cNvSpPr txBox="1"/>
          <p:nvPr/>
        </p:nvSpPr>
        <p:spPr>
          <a:xfrm>
            <a:off x="2441334" y="3151069"/>
            <a:ext cx="21741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dk1"/>
                </a:solidFill>
                <a:highlight>
                  <a:srgbClr val="74FF74"/>
                </a:highlight>
                <a:latin typeface="Lato"/>
                <a:ea typeface="Lato"/>
                <a:cs typeface="Lato"/>
                <a:sym typeface="Lato"/>
              </a:rPr>
              <a:t>0.36 % of the data is above PEDD </a:t>
            </a:r>
            <a:r>
              <a:rPr lang="en-US" b="1" dirty="0">
                <a:solidFill>
                  <a:schemeClr val="tx2">
                    <a:lumMod val="50000"/>
                  </a:schemeClr>
                </a:solidFill>
                <a:highlight>
                  <a:srgbClr val="74FF74"/>
                </a:highlight>
                <a:latin typeface="Lato"/>
                <a:ea typeface="Lato"/>
                <a:cs typeface="Lato"/>
                <a:sym typeface="Lato"/>
              </a:rPr>
              <a:t>(96.2 J/g)</a:t>
            </a:r>
            <a:endParaRPr lang="en-US" b="1" dirty="0">
              <a:solidFill>
                <a:schemeClr val="tx2">
                  <a:lumMod val="50000"/>
                </a:schemeClr>
              </a:solidFill>
              <a:highlight>
                <a:srgbClr val="00FF00"/>
              </a:highlight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9" name="Left Brace 18">
            <a:extLst>
              <a:ext uri="{FF2B5EF4-FFF2-40B4-BE49-F238E27FC236}">
                <a16:creationId xmlns:a16="http://schemas.microsoft.com/office/drawing/2014/main" id="{5FDF81E7-4CE5-D51F-1FEF-85BA037E7300}"/>
              </a:ext>
            </a:extLst>
          </p:cNvPr>
          <p:cNvSpPr/>
          <p:nvPr/>
        </p:nvSpPr>
        <p:spPr>
          <a:xfrm rot="5400000">
            <a:off x="3410474" y="2195194"/>
            <a:ext cx="229206" cy="636104"/>
          </a:xfrm>
          <a:prstGeom prst="leftBrace">
            <a:avLst>
              <a:gd name="adj1" fmla="val 32015"/>
              <a:gd name="adj2" fmla="val 50000"/>
            </a:avLst>
          </a:prstGeom>
          <a:ln w="15875">
            <a:solidFill>
              <a:srgbClr val="FF5757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A6DCEB48-A42B-AEE4-D6B8-F3A6A48EB518}"/>
              </a:ext>
            </a:extLst>
          </p:cNvPr>
          <p:cNvCxnSpPr>
            <a:cxnSpLocks/>
          </p:cNvCxnSpPr>
          <p:nvPr/>
        </p:nvCxnSpPr>
        <p:spPr>
          <a:xfrm flipV="1">
            <a:off x="3776870" y="2816087"/>
            <a:ext cx="0" cy="377687"/>
          </a:xfrm>
          <a:prstGeom prst="straightConnector1">
            <a:avLst/>
          </a:prstGeom>
          <a:ln w="19050" cap="rnd">
            <a:solidFill>
              <a:schemeClr val="tx1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Google Shape;371;p43">
            <a:extLst>
              <a:ext uri="{FF2B5EF4-FFF2-40B4-BE49-F238E27FC236}">
                <a16:creationId xmlns:a16="http://schemas.microsoft.com/office/drawing/2014/main" id="{B7779CF5-8A47-B95A-6990-65CC8F622C90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1225753" y="4767591"/>
            <a:ext cx="3157500" cy="162900"/>
          </a:xfrm>
          <a:prstGeom prst="rect">
            <a:avLst/>
          </a:prstGeom>
        </p:spPr>
        <p:txBody>
          <a:bodyPr spcFirstLastPara="1" wrap="square" lIns="0" tIns="34275" rIns="68575" bIns="34275" anchor="ctr" anchorCtr="0">
            <a:noAutofit/>
          </a:bodyPr>
          <a:lstStyle/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-US" dirty="0"/>
              <a:t>US-Japan Collaboration Meeting, Feb 26, 2025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609044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19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42"/>
          <p:cNvSpPr txBox="1">
            <a:spLocks noGrp="1"/>
          </p:cNvSpPr>
          <p:nvPr>
            <p:ph type="title"/>
          </p:nvPr>
        </p:nvSpPr>
        <p:spPr>
          <a:xfrm>
            <a:off x="600075" y="200026"/>
            <a:ext cx="7915200" cy="474000"/>
          </a:xfrm>
          <a:prstGeom prst="rect">
            <a:avLst/>
          </a:prstGeom>
        </p:spPr>
        <p:txBody>
          <a:bodyPr spcFirstLastPara="1" wrap="square" lIns="0" tIns="34275" rIns="68575" bIns="3427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E</a:t>
            </a:r>
            <a:r>
              <a:rPr lang="en-US" baseline="-25000" dirty="0"/>
              <a:t>dep</a:t>
            </a:r>
            <a:r>
              <a:rPr lang="en-US" dirty="0"/>
              <a:t> density in 0.5 mm-thick Be windows</a:t>
            </a:r>
            <a:endParaRPr dirty="0"/>
          </a:p>
        </p:txBody>
      </p:sp>
      <p:sp>
        <p:nvSpPr>
          <p:cNvPr id="363" name="Google Shape;363;p42"/>
          <p:cNvSpPr txBox="1">
            <a:spLocks noGrp="1"/>
          </p:cNvSpPr>
          <p:nvPr>
            <p:ph type="sldNum" idx="12"/>
          </p:nvPr>
        </p:nvSpPr>
        <p:spPr>
          <a:xfrm>
            <a:off x="7010400" y="486959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0" bIns="3427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"/>
              <a:t>12</a:t>
            </a:fld>
            <a:endParaRPr/>
          </a:p>
        </p:txBody>
      </p:sp>
      <p:pic>
        <p:nvPicPr>
          <p:cNvPr id="3" name="Picture 2" descr="A screenshot of a computer generated image&#10;&#10;AI-generated content may be incorrect.">
            <a:extLst>
              <a:ext uri="{FF2B5EF4-FFF2-40B4-BE49-F238E27FC236}">
                <a16:creationId xmlns:a16="http://schemas.microsoft.com/office/drawing/2014/main" id="{A56DAA8F-5114-9428-C1F2-8DCFA613F6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4357" y="981084"/>
            <a:ext cx="6526635" cy="326331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0C1D146-87AD-160A-50CB-853E8B991553}"/>
              </a:ext>
            </a:extLst>
          </p:cNvPr>
          <p:cNvSpPr txBox="1"/>
          <p:nvPr/>
        </p:nvSpPr>
        <p:spPr>
          <a:xfrm>
            <a:off x="1436759" y="4397571"/>
            <a:ext cx="32465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Max EDD in Entrance window &lt; PEDD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7107E2C-CEBA-2D0F-E5E8-F3FD7596F57E}"/>
              </a:ext>
            </a:extLst>
          </p:cNvPr>
          <p:cNvSpPr txBox="1"/>
          <p:nvPr/>
        </p:nvSpPr>
        <p:spPr>
          <a:xfrm>
            <a:off x="1748960" y="4198219"/>
            <a:ext cx="26221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PEDD for solid metals: 35 J/g</a:t>
            </a:r>
          </a:p>
        </p:txBody>
      </p:sp>
      <p:sp>
        <p:nvSpPr>
          <p:cNvPr id="12" name="Google Shape;371;p43">
            <a:extLst>
              <a:ext uri="{FF2B5EF4-FFF2-40B4-BE49-F238E27FC236}">
                <a16:creationId xmlns:a16="http://schemas.microsoft.com/office/drawing/2014/main" id="{21CED267-AD2C-9D48-042F-2ACAAA75566E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1225753" y="4767591"/>
            <a:ext cx="3157500" cy="162900"/>
          </a:xfrm>
          <a:prstGeom prst="rect">
            <a:avLst/>
          </a:prstGeom>
        </p:spPr>
        <p:txBody>
          <a:bodyPr spcFirstLastPara="1" wrap="square" lIns="0" tIns="34275" rIns="68575" bIns="34275" anchor="ctr" anchorCtr="0">
            <a:noAutofit/>
          </a:bodyPr>
          <a:lstStyle/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-US" dirty="0"/>
              <a:t>US-Japan Collaboration Meeting, Feb 26, 2025</a:t>
            </a:r>
            <a:endParaRPr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43"/>
          <p:cNvSpPr txBox="1">
            <a:spLocks noGrp="1"/>
          </p:cNvSpPr>
          <p:nvPr>
            <p:ph type="title"/>
          </p:nvPr>
        </p:nvSpPr>
        <p:spPr>
          <a:xfrm>
            <a:off x="600075" y="200026"/>
            <a:ext cx="7915200" cy="474000"/>
          </a:xfrm>
          <a:prstGeom prst="rect">
            <a:avLst/>
          </a:prstGeom>
        </p:spPr>
        <p:txBody>
          <a:bodyPr spcFirstLastPara="1" wrap="square" lIns="0" tIns="34275" rIns="68575" bIns="3427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E</a:t>
            </a:r>
            <a:r>
              <a:rPr lang="en-US" baseline="-25000" dirty="0"/>
              <a:t>dep</a:t>
            </a:r>
            <a:r>
              <a:rPr lang="en-US" dirty="0"/>
              <a:t> density in 0.5 mm-thick Al windows</a:t>
            </a:r>
            <a:endParaRPr dirty="0"/>
          </a:p>
        </p:txBody>
      </p:sp>
      <p:sp>
        <p:nvSpPr>
          <p:cNvPr id="372" name="Google Shape;372;p43"/>
          <p:cNvSpPr txBox="1">
            <a:spLocks noGrp="1"/>
          </p:cNvSpPr>
          <p:nvPr>
            <p:ph type="sldNum" idx="12"/>
          </p:nvPr>
        </p:nvSpPr>
        <p:spPr>
          <a:xfrm>
            <a:off x="7010400" y="486959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0" bIns="3427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"/>
              <a:t>13</a:t>
            </a:fld>
            <a:endParaRPr/>
          </a:p>
        </p:txBody>
      </p:sp>
      <p:pic>
        <p:nvPicPr>
          <p:cNvPr id="3" name="Picture 2" descr="A screenshot of a computer generated image&#10;&#10;AI-generated content may be incorrect.">
            <a:extLst>
              <a:ext uri="{FF2B5EF4-FFF2-40B4-BE49-F238E27FC236}">
                <a16:creationId xmlns:a16="http://schemas.microsoft.com/office/drawing/2014/main" id="{2F50C4CA-FA49-CA4A-0783-B321B316B6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3835" y="982069"/>
            <a:ext cx="6527679" cy="326384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F917E02-D7F4-6806-6741-7B5B8D3302B2}"/>
              </a:ext>
            </a:extLst>
          </p:cNvPr>
          <p:cNvSpPr txBox="1"/>
          <p:nvPr/>
        </p:nvSpPr>
        <p:spPr>
          <a:xfrm>
            <a:off x="1436759" y="4397571"/>
            <a:ext cx="32465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Max EDD in Entrance window &lt; PEDD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17D47CC-8404-9EE0-BCDB-F65A9727A886}"/>
              </a:ext>
            </a:extLst>
          </p:cNvPr>
          <p:cNvSpPr txBox="1"/>
          <p:nvPr/>
        </p:nvSpPr>
        <p:spPr>
          <a:xfrm>
            <a:off x="1748960" y="4198219"/>
            <a:ext cx="26221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PEDD for solid metals: 35 J/g</a:t>
            </a:r>
          </a:p>
        </p:txBody>
      </p:sp>
      <p:sp>
        <p:nvSpPr>
          <p:cNvPr id="11" name="Google Shape;371;p43">
            <a:extLst>
              <a:ext uri="{FF2B5EF4-FFF2-40B4-BE49-F238E27FC236}">
                <a16:creationId xmlns:a16="http://schemas.microsoft.com/office/drawing/2014/main" id="{FB670C45-8676-A370-8E1F-ED296BACA98D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1225753" y="4767591"/>
            <a:ext cx="3157500" cy="162900"/>
          </a:xfrm>
          <a:prstGeom prst="rect">
            <a:avLst/>
          </a:prstGeom>
        </p:spPr>
        <p:txBody>
          <a:bodyPr spcFirstLastPara="1" wrap="square" lIns="0" tIns="34275" rIns="68575" bIns="34275" anchor="ctr" anchorCtr="0">
            <a:noAutofit/>
          </a:bodyPr>
          <a:lstStyle/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-US" dirty="0"/>
              <a:t>US-Japan Collaboration Meeting, Feb 26, 2025</a:t>
            </a:r>
            <a:endParaRPr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8">
          <a:extLst>
            <a:ext uri="{FF2B5EF4-FFF2-40B4-BE49-F238E27FC236}">
              <a16:creationId xmlns:a16="http://schemas.microsoft.com/office/drawing/2014/main" id="{A2674D47-C3E4-D68E-891A-2AB0951AC0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9B34725A-8E23-C2D9-0373-D12EED185C8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886241" y="903385"/>
            <a:ext cx="4994024" cy="3736847"/>
          </a:xfrm>
          <a:prstGeom prst="rect">
            <a:avLst/>
          </a:prstGeom>
        </p:spPr>
      </p:pic>
      <p:sp>
        <p:nvSpPr>
          <p:cNvPr id="360" name="Google Shape;360;p42">
            <a:extLst>
              <a:ext uri="{FF2B5EF4-FFF2-40B4-BE49-F238E27FC236}">
                <a16:creationId xmlns:a16="http://schemas.microsoft.com/office/drawing/2014/main" id="{D4E2F98D-DAE6-6844-1F35-299BE12DAFE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0075" y="200026"/>
            <a:ext cx="7915200" cy="474000"/>
          </a:xfrm>
          <a:prstGeom prst="rect">
            <a:avLst/>
          </a:prstGeom>
        </p:spPr>
        <p:txBody>
          <a:bodyPr spcFirstLastPara="1" wrap="square" lIns="0" tIns="34275" rIns="68575" bIns="3427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EDD in exit windows exceeds threshold</a:t>
            </a:r>
            <a:endParaRPr dirty="0"/>
          </a:p>
        </p:txBody>
      </p:sp>
      <p:sp>
        <p:nvSpPr>
          <p:cNvPr id="363" name="Google Shape;363;p42">
            <a:extLst>
              <a:ext uri="{FF2B5EF4-FFF2-40B4-BE49-F238E27FC236}">
                <a16:creationId xmlns:a16="http://schemas.microsoft.com/office/drawing/2014/main" id="{45FACC41-9184-4F30-F46F-5C38564B917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7010400" y="486959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0" bIns="3427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"/>
              <a:t>14</a:t>
            </a:fld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2E0B3C4-9C84-C401-6BA1-C02B97EA1C4C}"/>
              </a:ext>
            </a:extLst>
          </p:cNvPr>
          <p:cNvSpPr txBox="1"/>
          <p:nvPr/>
        </p:nvSpPr>
        <p:spPr>
          <a:xfrm>
            <a:off x="3329986" y="2416526"/>
            <a:ext cx="24840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rgbClr val="8C1414"/>
              </a:buClr>
            </a:pPr>
            <a:r>
              <a:rPr lang="en-US" b="1" dirty="0">
                <a:solidFill>
                  <a:srgbClr val="8C1515"/>
                </a:solidFill>
                <a:highlight>
                  <a:srgbClr val="FF8E8E"/>
                </a:highlight>
                <a:latin typeface="Lato"/>
                <a:ea typeface="Lato"/>
                <a:cs typeface="Lato"/>
                <a:sym typeface="Lato"/>
              </a:rPr>
              <a:t>EDD in exit window exceeds PEDD for both materials</a:t>
            </a:r>
            <a:endParaRPr lang="en-US" b="1" dirty="0">
              <a:solidFill>
                <a:srgbClr val="8C1414"/>
              </a:solidFill>
              <a:highlight>
                <a:srgbClr val="FF5757"/>
              </a:highlight>
            </a:endParaRPr>
          </a:p>
        </p:txBody>
      </p:sp>
      <p:sp>
        <p:nvSpPr>
          <p:cNvPr id="12" name="Google Shape;371;p43">
            <a:extLst>
              <a:ext uri="{FF2B5EF4-FFF2-40B4-BE49-F238E27FC236}">
                <a16:creationId xmlns:a16="http://schemas.microsoft.com/office/drawing/2014/main" id="{ECA5C8CA-43C6-A270-7E81-A3DDC4F19DAA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1225753" y="4767591"/>
            <a:ext cx="3157500" cy="162900"/>
          </a:xfrm>
          <a:prstGeom prst="rect">
            <a:avLst/>
          </a:prstGeom>
        </p:spPr>
        <p:txBody>
          <a:bodyPr spcFirstLastPara="1" wrap="square" lIns="0" tIns="34275" rIns="68575" bIns="34275" anchor="ctr" anchorCtr="0">
            <a:noAutofit/>
          </a:bodyPr>
          <a:lstStyle/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-US" dirty="0"/>
              <a:t>US-Japan Collaboration Meeting, Feb 26, 2025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574631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44"/>
          <p:cNvSpPr txBox="1">
            <a:spLocks noGrp="1"/>
          </p:cNvSpPr>
          <p:nvPr>
            <p:ph type="title"/>
          </p:nvPr>
        </p:nvSpPr>
        <p:spPr>
          <a:xfrm>
            <a:off x="600075" y="200026"/>
            <a:ext cx="7915200" cy="474000"/>
          </a:xfrm>
          <a:prstGeom prst="rect">
            <a:avLst/>
          </a:prstGeom>
        </p:spPr>
        <p:txBody>
          <a:bodyPr spcFirstLastPara="1" wrap="square" lIns="0" tIns="34275" rIns="68575" bIns="3427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LXe Containment Considerations</a:t>
            </a:r>
            <a:endParaRPr/>
          </a:p>
        </p:txBody>
      </p:sp>
      <p:sp>
        <p:nvSpPr>
          <p:cNvPr id="378" name="Google Shape;378;p44"/>
          <p:cNvSpPr txBox="1">
            <a:spLocks noGrp="1"/>
          </p:cNvSpPr>
          <p:nvPr>
            <p:ph type="sldNum" idx="12"/>
          </p:nvPr>
        </p:nvSpPr>
        <p:spPr>
          <a:xfrm>
            <a:off x="7010400" y="486959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0" bIns="3427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"/>
              <a:t>15</a:t>
            </a:fld>
            <a:endParaRPr/>
          </a:p>
        </p:txBody>
      </p:sp>
      <p:sp>
        <p:nvSpPr>
          <p:cNvPr id="379" name="Google Shape;379;p44"/>
          <p:cNvSpPr txBox="1"/>
          <p:nvPr/>
        </p:nvSpPr>
        <p:spPr>
          <a:xfrm>
            <a:off x="600075" y="813825"/>
            <a:ext cx="7915200" cy="38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Simulations show that Be and Al disks are not suitable LXe exit windows for application at ILC-type colliders.</a:t>
            </a:r>
            <a:endParaRPr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lnSpc>
                <a:spcPct val="13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→ An alternative to Be/Al windows must be determined.</a:t>
            </a:r>
            <a:endParaRPr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u="sng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Main Design Constraints</a:t>
            </a:r>
            <a:br>
              <a:rPr lang="en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</a:br>
            <a:r>
              <a:rPr lang="en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1.  Containment vessel must withstand high pressures due to LXe vaporization (~300 kPa)</a:t>
            </a:r>
            <a:br>
              <a:rPr lang="en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</a:br>
            <a:r>
              <a:rPr lang="en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2.  LXe must be able to flow through the vessel and evacuate vaporized xenon</a:t>
            </a:r>
            <a:br>
              <a:rPr lang="en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</a:br>
            <a:r>
              <a:rPr lang="en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3.  The flow rate of LXe must be high enough to account for vaporization so that only fresh LXe interacts with the electron beam</a:t>
            </a:r>
            <a:br>
              <a:rPr lang="en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</a:br>
            <a:r>
              <a:rPr lang="en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4.  Target chamber must endure sustained temperatures of ~165 K (LXe liquid temperature)</a:t>
            </a:r>
            <a:br>
              <a:rPr lang="en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</a:br>
            <a:r>
              <a:rPr lang="en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5.  Electron beam and resulting EM shower must be able to enter/exit the chamber with minimal interaction (and energy deposition)</a:t>
            </a:r>
            <a:endParaRPr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" name="Google Shape;371;p43">
            <a:extLst>
              <a:ext uri="{FF2B5EF4-FFF2-40B4-BE49-F238E27FC236}">
                <a16:creationId xmlns:a16="http://schemas.microsoft.com/office/drawing/2014/main" id="{CD7311C2-5209-D5C7-774F-F93EF9D071CF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1225753" y="4767591"/>
            <a:ext cx="3157500" cy="162900"/>
          </a:xfrm>
          <a:prstGeom prst="rect">
            <a:avLst/>
          </a:prstGeom>
        </p:spPr>
        <p:txBody>
          <a:bodyPr spcFirstLastPara="1" wrap="square" lIns="0" tIns="34275" rIns="68575" bIns="34275" anchor="ctr" anchorCtr="0">
            <a:noAutofit/>
          </a:bodyPr>
          <a:lstStyle/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-US" dirty="0"/>
              <a:t>US-Japan Collaboration Meeting, Feb 26, 2025</a:t>
            </a:r>
            <a:endParaRPr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45"/>
          <p:cNvSpPr txBox="1">
            <a:spLocks noGrp="1"/>
          </p:cNvSpPr>
          <p:nvPr>
            <p:ph type="title"/>
          </p:nvPr>
        </p:nvSpPr>
        <p:spPr>
          <a:xfrm>
            <a:off x="600075" y="200026"/>
            <a:ext cx="7915200" cy="474000"/>
          </a:xfrm>
          <a:prstGeom prst="rect">
            <a:avLst/>
          </a:prstGeom>
        </p:spPr>
        <p:txBody>
          <a:bodyPr spcFirstLastPara="1" wrap="square" lIns="0" tIns="34275" rIns="68575" bIns="3427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Next Steps</a:t>
            </a:r>
            <a:endParaRPr/>
          </a:p>
        </p:txBody>
      </p:sp>
      <p:sp>
        <p:nvSpPr>
          <p:cNvPr id="385" name="Google Shape;385;p45"/>
          <p:cNvSpPr txBox="1"/>
          <p:nvPr/>
        </p:nvSpPr>
        <p:spPr>
          <a:xfrm>
            <a:off x="248025" y="611333"/>
            <a:ext cx="8619300" cy="37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spcBef>
                <a:spcPts val="1000"/>
              </a:spcBef>
            </a:pPr>
            <a:r>
              <a:rPr lang="en" u="sng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Current questions and ongoing work</a:t>
            </a:r>
            <a:br>
              <a:rPr lang="en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</a:br>
            <a:r>
              <a:rPr lang="en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•  What is the optimal LXe flow injection structure?</a:t>
            </a:r>
            <a:br>
              <a:rPr lang="en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</a:br>
            <a:r>
              <a:rPr lang="en" dirty="0">
                <a:solidFill>
                  <a:srgbClr val="8C1515"/>
                </a:solidFill>
                <a:latin typeface="Lato"/>
                <a:ea typeface="Lato"/>
                <a:cs typeface="Lato"/>
                <a:sym typeface="Lato"/>
              </a:rPr>
              <a:t>→ CFD simulations will use recent G4Beamline results to determine optimal LXe flow</a:t>
            </a:r>
            <a:br>
              <a:rPr lang="en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</a:br>
            <a:br>
              <a:rPr lang="en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</a:br>
            <a:r>
              <a:rPr lang="en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•  Does the LXe experience turbulence at certain flow rates?</a:t>
            </a:r>
            <a:br>
              <a:rPr lang="en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</a:br>
            <a:r>
              <a:rPr lang="en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•  How does the vaporized xenon interact with the LXe?</a:t>
            </a:r>
            <a:br>
              <a:rPr lang="en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</a:br>
            <a:r>
              <a:rPr lang="en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•  Where/when does the LXe vaporize and does it create shock waves?</a:t>
            </a:r>
            <a:br>
              <a:rPr lang="en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</a:br>
            <a:r>
              <a:rPr lang="en" dirty="0">
                <a:solidFill>
                  <a:srgbClr val="8C1515"/>
                </a:solidFill>
                <a:latin typeface="Lato"/>
                <a:ea typeface="Lato"/>
                <a:cs typeface="Lato"/>
                <a:sym typeface="Lato"/>
              </a:rPr>
              <a:t>→ CFD modeling of the LXe will help answer these questions.</a:t>
            </a:r>
            <a:br>
              <a:rPr lang="en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</a:br>
            <a:br>
              <a:rPr lang="en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</a:br>
            <a:r>
              <a:rPr lang="en" u="sng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Possible next steps</a:t>
            </a:r>
            <a:br>
              <a:rPr lang="en" u="sng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</a:br>
            <a:r>
              <a:rPr lang="en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Couple G4Beamline simulations to beam capture and transport models (e.g., GPT &amp; ELEGANT) to fully simulate the target-to-damping ring design.</a:t>
            </a:r>
            <a:br>
              <a:rPr lang="en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</a:br>
            <a:br>
              <a:rPr lang="en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</a:br>
            <a:r>
              <a:rPr lang="en" u="sng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Unresolved questions</a:t>
            </a:r>
            <a:br>
              <a:rPr lang="en" u="sng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</a:br>
            <a:r>
              <a:rPr lang="en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•  Is a LXe cryo-jet a possibility (no containment vessel at IP)?</a:t>
            </a:r>
            <a:endParaRPr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•  How does the cost of implementing/maintaining the LXe target compare to the replacement/maintenance costs of solid targets?</a:t>
            </a:r>
            <a:endParaRPr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86" name="Google Shape;386;p45"/>
          <p:cNvSpPr txBox="1">
            <a:spLocks noGrp="1"/>
          </p:cNvSpPr>
          <p:nvPr>
            <p:ph type="sldNum" idx="12"/>
          </p:nvPr>
        </p:nvSpPr>
        <p:spPr>
          <a:xfrm>
            <a:off x="7010400" y="486959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0" bIns="3427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"/>
              <a:t>16</a:t>
            </a:fld>
            <a:endParaRPr/>
          </a:p>
        </p:txBody>
      </p:sp>
      <p:sp>
        <p:nvSpPr>
          <p:cNvPr id="2" name="Google Shape;371;p43">
            <a:extLst>
              <a:ext uri="{FF2B5EF4-FFF2-40B4-BE49-F238E27FC236}">
                <a16:creationId xmlns:a16="http://schemas.microsoft.com/office/drawing/2014/main" id="{F24108B7-FA31-EFB1-4510-F4EEE8A92DA2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1225753" y="4767591"/>
            <a:ext cx="3157500" cy="162900"/>
          </a:xfrm>
          <a:prstGeom prst="rect">
            <a:avLst/>
          </a:prstGeom>
        </p:spPr>
        <p:txBody>
          <a:bodyPr spcFirstLastPara="1" wrap="square" lIns="0" tIns="34275" rIns="68575" bIns="34275" anchor="ctr" anchorCtr="0">
            <a:noAutofit/>
          </a:bodyPr>
          <a:lstStyle/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-US" dirty="0"/>
              <a:t>US-Japan Collaboration Meeting, Feb 26, 2025</a:t>
            </a:r>
            <a:endParaRPr dirty="0"/>
          </a:p>
        </p:txBody>
      </p:sp>
      <p:pic>
        <p:nvPicPr>
          <p:cNvPr id="3" name="Content Placeholder 6">
            <a:extLst>
              <a:ext uri="{FF2B5EF4-FFF2-40B4-BE49-F238E27FC236}">
                <a16:creationId xmlns:a16="http://schemas.microsoft.com/office/drawing/2014/main" id="{33B060B0-D00F-3C08-3FDA-46A848E357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1049" y="1488720"/>
            <a:ext cx="2522524" cy="1210821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DFBBAA9-62C7-AF20-B7C5-8A3D9C141B60}"/>
              </a:ext>
            </a:extLst>
          </p:cNvPr>
          <p:cNvSpPr txBox="1"/>
          <p:nvPr/>
        </p:nvSpPr>
        <p:spPr>
          <a:xfrm>
            <a:off x="5952903" y="2507783"/>
            <a:ext cx="135940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rgbClr val="85898E"/>
                </a:solidFill>
              </a:rPr>
              <a:t>S. Dusa, JLab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46"/>
          <p:cNvSpPr txBox="1">
            <a:spLocks noGrp="1"/>
          </p:cNvSpPr>
          <p:nvPr>
            <p:ph type="title"/>
          </p:nvPr>
        </p:nvSpPr>
        <p:spPr>
          <a:xfrm>
            <a:off x="600075" y="200026"/>
            <a:ext cx="7915200" cy="474000"/>
          </a:xfrm>
          <a:prstGeom prst="rect">
            <a:avLst/>
          </a:prstGeom>
        </p:spPr>
        <p:txBody>
          <a:bodyPr spcFirstLastPara="1" wrap="square" lIns="0" tIns="34275" rIns="68575" bIns="3427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Summary</a:t>
            </a:r>
            <a:endParaRPr dirty="0"/>
          </a:p>
        </p:txBody>
      </p:sp>
      <p:sp>
        <p:nvSpPr>
          <p:cNvPr id="392" name="Google Shape;392;p46"/>
          <p:cNvSpPr txBox="1">
            <a:spLocks noGrp="1"/>
          </p:cNvSpPr>
          <p:nvPr>
            <p:ph type="body" idx="2"/>
          </p:nvPr>
        </p:nvSpPr>
        <p:spPr>
          <a:xfrm>
            <a:off x="600074" y="840076"/>
            <a:ext cx="7970815" cy="3951300"/>
          </a:xfrm>
          <a:prstGeom prst="rect">
            <a:avLst/>
          </a:prstGeom>
        </p:spPr>
        <p:txBody>
          <a:bodyPr spcFirstLastPara="1" wrap="square" lIns="0" tIns="34275" rIns="68575" bIns="3427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dk1"/>
                </a:solidFill>
              </a:rPr>
              <a:t>Liquid xenon is a promising candidate for use as a positron source in future linear collider application.</a:t>
            </a:r>
            <a:endParaRPr sz="14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400" u="sng" dirty="0">
                <a:solidFill>
                  <a:schemeClr val="dk1"/>
                </a:solidFill>
              </a:rPr>
              <a:t>Why?</a:t>
            </a:r>
            <a:br>
              <a:rPr lang="en" sz="1400" dirty="0">
                <a:solidFill>
                  <a:schemeClr val="dk1"/>
                </a:solidFill>
              </a:rPr>
            </a:br>
            <a:r>
              <a:rPr lang="en" sz="1400" dirty="0">
                <a:solidFill>
                  <a:schemeClr val="dk1"/>
                </a:solidFill>
              </a:rPr>
              <a:t>1.  LXe is non-toxic</a:t>
            </a:r>
            <a:br>
              <a:rPr lang="en" sz="1400" dirty="0">
                <a:solidFill>
                  <a:schemeClr val="dk1"/>
                </a:solidFill>
              </a:rPr>
            </a:br>
            <a:br>
              <a:rPr lang="en" sz="1400" dirty="0">
                <a:solidFill>
                  <a:schemeClr val="dk1"/>
                </a:solidFill>
              </a:rPr>
            </a:br>
            <a:r>
              <a:rPr lang="en" sz="1400" dirty="0">
                <a:solidFill>
                  <a:schemeClr val="dk1"/>
                </a:solidFill>
              </a:rPr>
              <a:t>2.  LXe has many appealing properties that make it relatively easy to work with </a:t>
            </a:r>
            <a:br>
              <a:rPr lang="en" sz="1400" dirty="0">
                <a:solidFill>
                  <a:schemeClr val="dk1"/>
                </a:solidFill>
              </a:rPr>
            </a:br>
            <a:r>
              <a:rPr lang="en" sz="1400" dirty="0">
                <a:solidFill>
                  <a:schemeClr val="dk1"/>
                </a:solidFill>
              </a:rPr>
              <a:t>(e.g., high-temp. liquid, nonreactive)</a:t>
            </a:r>
            <a:br>
              <a:rPr lang="en" sz="1400" dirty="0">
                <a:solidFill>
                  <a:schemeClr val="dk1"/>
                </a:solidFill>
              </a:rPr>
            </a:br>
            <a:br>
              <a:rPr lang="en" sz="1400" dirty="0">
                <a:solidFill>
                  <a:schemeClr val="dk1"/>
                </a:solidFill>
              </a:rPr>
            </a:br>
            <a:r>
              <a:rPr lang="en" sz="1400" dirty="0">
                <a:solidFill>
                  <a:schemeClr val="dk1"/>
                </a:solidFill>
              </a:rPr>
              <a:t>3.   LXe has a short radiation length &amp; high energy deposition threshold</a:t>
            </a:r>
            <a:br>
              <a:rPr lang="en" sz="1400" dirty="0">
                <a:solidFill>
                  <a:schemeClr val="dk1"/>
                </a:solidFill>
              </a:rPr>
            </a:br>
            <a:br>
              <a:rPr lang="en" sz="1400" dirty="0">
                <a:solidFill>
                  <a:schemeClr val="dk1"/>
                </a:solidFill>
              </a:rPr>
            </a:br>
            <a:r>
              <a:rPr lang="en" sz="1400" dirty="0">
                <a:solidFill>
                  <a:schemeClr val="dk1"/>
                </a:solidFill>
              </a:rPr>
              <a:t>4.  LXe is not susceptible to long-term degradation</a:t>
            </a:r>
            <a:br>
              <a:rPr lang="en" sz="1400" dirty="0">
                <a:solidFill>
                  <a:schemeClr val="dk1"/>
                </a:solidFill>
              </a:rPr>
            </a:br>
            <a:br>
              <a:rPr lang="en" sz="1400" dirty="0">
                <a:solidFill>
                  <a:schemeClr val="dk1"/>
                </a:solidFill>
              </a:rPr>
            </a:br>
            <a:r>
              <a:rPr lang="en" sz="1400" dirty="0">
                <a:solidFill>
                  <a:schemeClr val="dk1"/>
                </a:solidFill>
              </a:rPr>
              <a:t>5.  Positron output is similar to solid targets (comparable yields and energies)</a:t>
            </a:r>
            <a:br>
              <a:rPr lang="en" sz="1400" dirty="0">
                <a:solidFill>
                  <a:schemeClr val="dk1"/>
                </a:solidFill>
              </a:rPr>
            </a:br>
            <a:br>
              <a:rPr lang="en" sz="1400" dirty="0">
                <a:solidFill>
                  <a:schemeClr val="dk1"/>
                </a:solidFill>
              </a:rPr>
            </a:br>
            <a:r>
              <a:rPr lang="en" sz="1400" dirty="0">
                <a:solidFill>
                  <a:schemeClr val="dk1"/>
                </a:solidFill>
              </a:rPr>
              <a:t>Future work will elaborate on the findings of our simulations to build a better picture of the LXe target in action.</a:t>
            </a:r>
            <a:endParaRPr sz="1400" dirty="0">
              <a:solidFill>
                <a:schemeClr val="dk1"/>
              </a:solidFill>
            </a:endParaRPr>
          </a:p>
        </p:txBody>
      </p:sp>
      <p:sp>
        <p:nvSpPr>
          <p:cNvPr id="393" name="Google Shape;393;p46"/>
          <p:cNvSpPr txBox="1">
            <a:spLocks noGrp="1"/>
          </p:cNvSpPr>
          <p:nvPr>
            <p:ph type="sldNum" idx="12"/>
          </p:nvPr>
        </p:nvSpPr>
        <p:spPr>
          <a:xfrm>
            <a:off x="7010400" y="486959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0" bIns="3427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"/>
              <a:t>17</a:t>
            </a:fld>
            <a:endParaRPr/>
          </a:p>
        </p:txBody>
      </p:sp>
      <p:sp>
        <p:nvSpPr>
          <p:cNvPr id="2" name="Google Shape;371;p43">
            <a:extLst>
              <a:ext uri="{FF2B5EF4-FFF2-40B4-BE49-F238E27FC236}">
                <a16:creationId xmlns:a16="http://schemas.microsoft.com/office/drawing/2014/main" id="{3993FA91-4380-E9DA-26CD-5257F457DE8C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1225753" y="4767591"/>
            <a:ext cx="3157500" cy="162900"/>
          </a:xfrm>
          <a:prstGeom prst="rect">
            <a:avLst/>
          </a:prstGeom>
        </p:spPr>
        <p:txBody>
          <a:bodyPr spcFirstLastPara="1" wrap="square" lIns="0" tIns="34275" rIns="68575" bIns="34275" anchor="ctr" anchorCtr="0">
            <a:noAutofit/>
          </a:bodyPr>
          <a:lstStyle/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-US" dirty="0"/>
              <a:t>US-Japan Collaboration Meeting, Feb 26, 2025</a:t>
            </a:r>
            <a:endParaRPr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47"/>
          <p:cNvSpPr txBox="1">
            <a:spLocks noGrp="1"/>
          </p:cNvSpPr>
          <p:nvPr>
            <p:ph type="title"/>
          </p:nvPr>
        </p:nvSpPr>
        <p:spPr>
          <a:xfrm>
            <a:off x="600075" y="200026"/>
            <a:ext cx="7915200" cy="474000"/>
          </a:xfrm>
          <a:prstGeom prst="rect">
            <a:avLst/>
          </a:prstGeom>
        </p:spPr>
        <p:txBody>
          <a:bodyPr spcFirstLastPara="1" wrap="square" lIns="0" tIns="34275" rIns="68575" bIns="3427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Acknowledgements/References</a:t>
            </a:r>
            <a:endParaRPr/>
          </a:p>
        </p:txBody>
      </p:sp>
      <p:sp>
        <p:nvSpPr>
          <p:cNvPr id="399" name="Google Shape;399;p47"/>
          <p:cNvSpPr txBox="1">
            <a:spLocks noGrp="1"/>
          </p:cNvSpPr>
          <p:nvPr>
            <p:ph type="body" idx="2"/>
          </p:nvPr>
        </p:nvSpPr>
        <p:spPr>
          <a:xfrm>
            <a:off x="600075" y="840071"/>
            <a:ext cx="7915200" cy="1440300"/>
          </a:xfrm>
          <a:prstGeom prst="rect">
            <a:avLst/>
          </a:prstGeom>
        </p:spPr>
        <p:txBody>
          <a:bodyPr spcFirstLastPara="1" wrap="square" lIns="0" tIns="34275" rIns="68575" bIns="34275" anchor="t" anchorCtr="0">
            <a:noAutofit/>
          </a:bodyPr>
          <a:lstStyle/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dk1"/>
                </a:solidFill>
              </a:rPr>
              <a:t>Work supported by the U.S. Department of Energy under Contract DE-AC02-76SF00515 and the National Science Foundation (Grants No. PHY-1535696 and No. PHY-2012549).</a:t>
            </a:r>
            <a:endParaRPr sz="14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400" u="sng" dirty="0">
                <a:solidFill>
                  <a:schemeClr val="dk1"/>
                </a:solidFill>
              </a:rPr>
              <a:t>Source code</a:t>
            </a:r>
            <a:br>
              <a:rPr lang="en" sz="1400" u="sng" dirty="0">
                <a:solidFill>
                  <a:schemeClr val="dk1"/>
                </a:solidFill>
              </a:rPr>
            </a:br>
            <a:r>
              <a:rPr lang="en" sz="1400" dirty="0">
                <a:solidFill>
                  <a:schemeClr val="dk1"/>
                </a:solidFill>
              </a:rPr>
              <a:t>GEANT4 simulations </a:t>
            </a:r>
            <a:r>
              <a:rPr lang="en" sz="1400" u="sng" dirty="0">
                <a:solidFill>
                  <a:srgbClr val="0C7DBB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https://github.com/MaxVarverakis/LiquidXenonSims.git</a:t>
            </a:r>
            <a:br>
              <a:rPr lang="en" u="sng" dirty="0">
                <a:solidFill>
                  <a:schemeClr val="dk1"/>
                </a:solidFill>
              </a:rPr>
            </a:br>
            <a:r>
              <a:rPr lang="en" dirty="0">
                <a:solidFill>
                  <a:schemeClr val="dk1"/>
                </a:solidFill>
              </a:rPr>
              <a:t>G4Beamline simulations </a:t>
            </a:r>
            <a:r>
              <a:rPr lang="en-US" dirty="0">
                <a:solidFill>
                  <a:schemeClr val="dk1"/>
                </a:solidFill>
                <a:hlinkClick r:id="rId4"/>
              </a:rPr>
              <a:t>https://github.com/MaxVarverakis/G4Bl-LXeSims</a:t>
            </a:r>
            <a:endParaRPr sz="1400" dirty="0">
              <a:solidFill>
                <a:schemeClr val="dk1"/>
              </a:solidFill>
            </a:endParaRPr>
          </a:p>
        </p:txBody>
      </p:sp>
      <p:sp>
        <p:nvSpPr>
          <p:cNvPr id="400" name="Google Shape;400;p47"/>
          <p:cNvSpPr txBox="1">
            <a:spLocks noGrp="1"/>
          </p:cNvSpPr>
          <p:nvPr>
            <p:ph type="sldNum" idx="12"/>
          </p:nvPr>
        </p:nvSpPr>
        <p:spPr>
          <a:xfrm>
            <a:off x="7010400" y="486959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0" bIns="3427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"/>
              <a:t>18</a:t>
            </a:fld>
            <a:endParaRPr/>
          </a:p>
        </p:txBody>
      </p:sp>
      <p:sp>
        <p:nvSpPr>
          <p:cNvPr id="402" name="Google Shape;402;p47"/>
          <p:cNvSpPr txBox="1">
            <a:spLocks noGrp="1"/>
          </p:cNvSpPr>
          <p:nvPr>
            <p:ph type="body" idx="1"/>
          </p:nvPr>
        </p:nvSpPr>
        <p:spPr>
          <a:xfrm>
            <a:off x="600075" y="2268303"/>
            <a:ext cx="7915200" cy="2465494"/>
          </a:xfrm>
          <a:prstGeom prst="rect">
            <a:avLst/>
          </a:prstGeom>
        </p:spPr>
        <p:txBody>
          <a:bodyPr spcFirstLastPara="1" wrap="square" lIns="0" tIns="34275" rIns="68575" bIns="342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200" u="sng" dirty="0"/>
              <a:t>References</a:t>
            </a:r>
            <a:br>
              <a:rPr lang="en" sz="1200" dirty="0">
                <a:solidFill>
                  <a:schemeClr val="dk1"/>
                </a:solidFill>
              </a:rPr>
            </a:br>
            <a:r>
              <a:rPr lang="en" sz="1200" dirty="0">
                <a:solidFill>
                  <a:schemeClr val="dk1"/>
                </a:solidFill>
              </a:rPr>
              <a:t>[1] V. Bharadwaj, et al., in PACS2001. Proceedings of the 2001 Particle Accelerator Conference (Cat. No.01CH37268), Vol. 3 (2001) pp. 2123–2125 vol.3.</a:t>
            </a:r>
            <a:br>
              <a:rPr lang="en" sz="1200" dirty="0">
                <a:solidFill>
                  <a:schemeClr val="dk1"/>
                </a:solidFill>
              </a:rPr>
            </a:br>
            <a:r>
              <a:rPr lang="en" sz="1200" dirty="0">
                <a:solidFill>
                  <a:schemeClr val="dk1"/>
                </a:solidFill>
              </a:rPr>
              <a:t>[2]  Simulations of the Rotating Positron Target in the Presence of OMD Field, S. </a:t>
            </a:r>
            <a:r>
              <a:rPr lang="en" sz="1200" dirty="0" err="1">
                <a:solidFill>
                  <a:schemeClr val="dk1"/>
                </a:solidFill>
              </a:rPr>
              <a:t>Antipov</a:t>
            </a:r>
            <a:r>
              <a:rPr lang="en" sz="1200" dirty="0">
                <a:solidFill>
                  <a:schemeClr val="dk1"/>
                </a:solidFill>
              </a:rPr>
              <a:t>, et al., </a:t>
            </a:r>
            <a:br>
              <a:rPr lang="en" sz="1200" dirty="0">
                <a:solidFill>
                  <a:schemeClr val="dk1"/>
                </a:solidFill>
              </a:rPr>
            </a:br>
            <a:r>
              <a:rPr lang="en" sz="1200" dirty="0">
                <a:solidFill>
                  <a:schemeClr val="dk1"/>
                </a:solidFill>
              </a:rPr>
              <a:t>DOI: 10.1109/PAC.2007.4440617</a:t>
            </a:r>
            <a:br>
              <a:rPr lang="en" sz="1200" dirty="0">
                <a:solidFill>
                  <a:schemeClr val="dk1"/>
                </a:solidFill>
              </a:rPr>
            </a:br>
            <a:r>
              <a:rPr lang="en" sz="1200" dirty="0">
                <a:solidFill>
                  <a:schemeClr val="dk1"/>
                </a:solidFill>
              </a:rPr>
              <a:t>[3] Workman R.L., et al., Particle Data Group Collaboration, Rev. particle phys., PTEP, 2022 (2022), p. 083C01, 10.1093/</a:t>
            </a:r>
            <a:r>
              <a:rPr lang="en" sz="1200" dirty="0" err="1">
                <a:solidFill>
                  <a:schemeClr val="dk1"/>
                </a:solidFill>
              </a:rPr>
              <a:t>ptep</a:t>
            </a:r>
            <a:r>
              <a:rPr lang="en" sz="1200" dirty="0">
                <a:solidFill>
                  <a:schemeClr val="dk1"/>
                </a:solidFill>
              </a:rPr>
              <a:t>/ptac097</a:t>
            </a:r>
            <a:br>
              <a:rPr lang="en" sz="1200" dirty="0">
                <a:solidFill>
                  <a:schemeClr val="dk1"/>
                </a:solidFill>
              </a:rPr>
            </a:br>
            <a:r>
              <a:rPr lang="en" sz="1200" dirty="0">
                <a:solidFill>
                  <a:schemeClr val="dk1"/>
                </a:solidFill>
              </a:rPr>
              <a:t>[4] Schultz D.C., </a:t>
            </a:r>
            <a:r>
              <a:rPr lang="en" sz="1200" dirty="0" err="1">
                <a:solidFill>
                  <a:schemeClr val="dk1"/>
                </a:solidFill>
              </a:rPr>
              <a:t>Batygin</a:t>
            </a:r>
            <a:r>
              <a:rPr lang="en" sz="1200" dirty="0">
                <a:solidFill>
                  <a:schemeClr val="dk1"/>
                </a:solidFill>
              </a:rPr>
              <a:t> Y.K., Bharadwaj V., Sheppard J.C., NLC positron target heating (2002)</a:t>
            </a:r>
            <a:br>
              <a:rPr lang="en" sz="1200" dirty="0">
                <a:solidFill>
                  <a:schemeClr val="dk1"/>
                </a:solidFill>
              </a:rPr>
            </a:br>
            <a:r>
              <a:rPr lang="en" sz="1200" dirty="0">
                <a:solidFill>
                  <a:schemeClr val="dk1"/>
                </a:solidFill>
              </a:rPr>
              <a:t>[5] J.C. Liu, T. </a:t>
            </a:r>
            <a:r>
              <a:rPr lang="en" sz="1200" dirty="0" err="1">
                <a:solidFill>
                  <a:schemeClr val="dk1"/>
                </a:solidFill>
              </a:rPr>
              <a:t>Kotseroglou</a:t>
            </a:r>
            <a:r>
              <a:rPr lang="en" sz="1200" dirty="0">
                <a:solidFill>
                  <a:schemeClr val="dk1"/>
                </a:solidFill>
              </a:rPr>
              <a:t>, W.R. Nelson, D.C. Schultz, Polarization study for NLC positron source using EGS4, in: 2nd International Workshop on EGS4, 2000, pp. 115–123.</a:t>
            </a:r>
            <a:br>
              <a:rPr lang="en" sz="1200" dirty="0">
                <a:solidFill>
                  <a:schemeClr val="dk1"/>
                </a:solidFill>
              </a:rPr>
            </a:br>
            <a:r>
              <a:rPr lang="en" sz="1200" dirty="0">
                <a:solidFill>
                  <a:schemeClr val="dk1"/>
                </a:solidFill>
              </a:rPr>
              <a:t>[6] S. Agostinelli et al. (GEANT4), </a:t>
            </a:r>
            <a:r>
              <a:rPr lang="en" sz="1200" dirty="0" err="1">
                <a:solidFill>
                  <a:schemeClr val="dk1"/>
                </a:solidFill>
              </a:rPr>
              <a:t>Nucl</a:t>
            </a:r>
            <a:r>
              <a:rPr lang="en" sz="1200" dirty="0">
                <a:solidFill>
                  <a:schemeClr val="dk1"/>
                </a:solidFill>
              </a:rPr>
              <a:t>. </a:t>
            </a:r>
            <a:r>
              <a:rPr lang="en" sz="1200" dirty="0" err="1">
                <a:solidFill>
                  <a:schemeClr val="dk1"/>
                </a:solidFill>
              </a:rPr>
              <a:t>Instrum</a:t>
            </a:r>
            <a:r>
              <a:rPr lang="en" sz="1200" dirty="0">
                <a:solidFill>
                  <a:schemeClr val="dk1"/>
                </a:solidFill>
              </a:rPr>
              <a:t>. Meth. A 506, 250 (2003).</a:t>
            </a:r>
            <a:br>
              <a:rPr lang="en" sz="1200" dirty="0">
                <a:solidFill>
                  <a:schemeClr val="dk1"/>
                </a:solidFill>
              </a:rPr>
            </a:br>
            <a:r>
              <a:rPr lang="en" sz="1200" dirty="0">
                <a:solidFill>
                  <a:schemeClr val="dk1"/>
                </a:solidFill>
              </a:rPr>
              <a:t>[7] </a:t>
            </a:r>
            <a:r>
              <a:rPr lang="en-US" sz="1200" dirty="0">
                <a:solidFill>
                  <a:schemeClr val="dk1"/>
                </a:solidFill>
              </a:rPr>
              <a:t>Muons (2011). G4beamline.</a:t>
            </a:r>
          </a:p>
          <a:p>
            <a:pPr marL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</a:endParaRPr>
          </a:p>
        </p:txBody>
      </p:sp>
      <p:sp>
        <p:nvSpPr>
          <p:cNvPr id="2" name="Google Shape;371;p43">
            <a:extLst>
              <a:ext uri="{FF2B5EF4-FFF2-40B4-BE49-F238E27FC236}">
                <a16:creationId xmlns:a16="http://schemas.microsoft.com/office/drawing/2014/main" id="{580039F8-621D-3608-2BCC-B97C82061AF0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1225753" y="4767591"/>
            <a:ext cx="3157500" cy="162900"/>
          </a:xfrm>
          <a:prstGeom prst="rect">
            <a:avLst/>
          </a:prstGeom>
        </p:spPr>
        <p:txBody>
          <a:bodyPr spcFirstLastPara="1" wrap="square" lIns="0" tIns="34275" rIns="68575" bIns="34275" anchor="ctr" anchorCtr="0">
            <a:noAutofit/>
          </a:bodyPr>
          <a:lstStyle/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-US" dirty="0"/>
              <a:t>US-Japan Collaboration Meeting, Feb 26, 2025</a:t>
            </a:r>
            <a:endParaRPr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8" name="Picture 337">
            <a:extLst>
              <a:ext uri="{FF2B5EF4-FFF2-40B4-BE49-F238E27FC236}">
                <a16:creationId xmlns:a16="http://schemas.microsoft.com/office/drawing/2014/main" id="{5C5A7EBF-9ECA-E546-4450-A4C052BF44E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3923" t="21998" r="6015" b="17430"/>
          <a:stretch/>
        </p:blipFill>
        <p:spPr>
          <a:xfrm>
            <a:off x="439731" y="1149473"/>
            <a:ext cx="4117944" cy="3115526"/>
          </a:xfrm>
          <a:prstGeom prst="rect">
            <a:avLst/>
          </a:prstGeom>
        </p:spPr>
      </p:pic>
      <p:sp>
        <p:nvSpPr>
          <p:cNvPr id="351" name="Google Shape;351;p41"/>
          <p:cNvSpPr txBox="1">
            <a:spLocks noGrp="1"/>
          </p:cNvSpPr>
          <p:nvPr>
            <p:ph type="title"/>
          </p:nvPr>
        </p:nvSpPr>
        <p:spPr>
          <a:xfrm>
            <a:off x="600075" y="200026"/>
            <a:ext cx="7915200" cy="474000"/>
          </a:xfrm>
          <a:prstGeom prst="rect">
            <a:avLst/>
          </a:prstGeom>
        </p:spPr>
        <p:txBody>
          <a:bodyPr spcFirstLastPara="1" wrap="square" lIns="0" tIns="34275" rIns="68575" bIns="34275" anchor="b" anchorCtr="0">
            <a:normAutofit fontScale="90000"/>
          </a:bodyPr>
          <a:lstStyle/>
          <a:p>
            <a:pPr lvl="0">
              <a:spcBef>
                <a:spcPts val="800"/>
              </a:spcBef>
            </a:pPr>
            <a:r>
              <a:rPr lang="en-US" dirty="0"/>
              <a:t>E</a:t>
            </a:r>
            <a:r>
              <a:rPr lang="en-US" baseline="-25000" dirty="0"/>
              <a:t>dep</a:t>
            </a:r>
            <a:r>
              <a:rPr lang="en-US" dirty="0"/>
              <a:t> density distribution in LXe</a:t>
            </a:r>
          </a:p>
        </p:txBody>
      </p:sp>
      <p:pic>
        <p:nvPicPr>
          <p:cNvPr id="2" name="LXe_EDD_ZSweep_Be_0.5mm.mp4">
            <a:hlinkClick r:id="" action="ppaction://media"/>
            <a:extLst>
              <a:ext uri="{FF2B5EF4-FFF2-40B4-BE49-F238E27FC236}">
                <a16:creationId xmlns:a16="http://schemas.microsoft.com/office/drawing/2014/main" id="{7EC3B075-4003-12B3-A7DD-05C97A8B19C8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5034252" y="878983"/>
            <a:ext cx="3385534" cy="3385534"/>
          </a:xfrm>
          <a:prstGeom prst="rect">
            <a:avLst/>
          </a:prstGeom>
        </p:spPr>
      </p:pic>
      <p:sp>
        <p:nvSpPr>
          <p:cNvPr id="354" name="Google Shape;354;p41"/>
          <p:cNvSpPr txBox="1">
            <a:spLocks noGrp="1"/>
          </p:cNvSpPr>
          <p:nvPr>
            <p:ph type="sldNum" idx="12"/>
          </p:nvPr>
        </p:nvSpPr>
        <p:spPr>
          <a:xfrm>
            <a:off x="7010400" y="486959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0" bIns="3427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"/>
              <a:t>19</a:t>
            </a:fld>
            <a:endParaRPr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3CB1218-119C-5722-3091-F6B6E3643BC8}"/>
              </a:ext>
            </a:extLst>
          </p:cNvPr>
          <p:cNvCxnSpPr>
            <a:cxnSpLocks/>
          </p:cNvCxnSpPr>
          <p:nvPr/>
        </p:nvCxnSpPr>
        <p:spPr>
          <a:xfrm>
            <a:off x="2880657" y="2415049"/>
            <a:ext cx="7558" cy="736177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B3223791-46B1-D17B-2414-47432814AD79}"/>
              </a:ext>
            </a:extLst>
          </p:cNvPr>
          <p:cNvCxnSpPr>
            <a:cxnSpLocks/>
          </p:cNvCxnSpPr>
          <p:nvPr/>
        </p:nvCxnSpPr>
        <p:spPr>
          <a:xfrm flipV="1">
            <a:off x="2888215" y="2910565"/>
            <a:ext cx="255507" cy="240661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5" name="Straight Connector 344">
            <a:extLst>
              <a:ext uri="{FF2B5EF4-FFF2-40B4-BE49-F238E27FC236}">
                <a16:creationId xmlns:a16="http://schemas.microsoft.com/office/drawing/2014/main" id="{6F662011-F044-631A-969C-E45A5C2B416C}"/>
              </a:ext>
            </a:extLst>
          </p:cNvPr>
          <p:cNvCxnSpPr>
            <a:cxnSpLocks/>
          </p:cNvCxnSpPr>
          <p:nvPr/>
        </p:nvCxnSpPr>
        <p:spPr>
          <a:xfrm flipV="1">
            <a:off x="2880657" y="2034478"/>
            <a:ext cx="425189" cy="380571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6" name="Straight Connector 345">
            <a:extLst>
              <a:ext uri="{FF2B5EF4-FFF2-40B4-BE49-F238E27FC236}">
                <a16:creationId xmlns:a16="http://schemas.microsoft.com/office/drawing/2014/main" id="{D05103AC-AE8B-9770-EBC6-F8CD6A529737}"/>
              </a:ext>
            </a:extLst>
          </p:cNvPr>
          <p:cNvCxnSpPr>
            <a:cxnSpLocks/>
          </p:cNvCxnSpPr>
          <p:nvPr/>
        </p:nvCxnSpPr>
        <p:spPr>
          <a:xfrm>
            <a:off x="3305846" y="2034478"/>
            <a:ext cx="0" cy="439098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2A24671F-91E9-BBAB-0278-194E0BEAA414}"/>
              </a:ext>
            </a:extLst>
          </p:cNvPr>
          <p:cNvCxnSpPr>
            <a:cxnSpLocks/>
          </p:cNvCxnSpPr>
          <p:nvPr/>
        </p:nvCxnSpPr>
        <p:spPr>
          <a:xfrm>
            <a:off x="2609075" y="3149515"/>
            <a:ext cx="484176" cy="1354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98" name="TextBox 397">
            <a:extLst>
              <a:ext uri="{FF2B5EF4-FFF2-40B4-BE49-F238E27FC236}">
                <a16:creationId xmlns:a16="http://schemas.microsoft.com/office/drawing/2014/main" id="{A290857D-C474-2D99-4CDE-2F1F09E12F55}"/>
              </a:ext>
            </a:extLst>
          </p:cNvPr>
          <p:cNvSpPr txBox="1"/>
          <p:nvPr/>
        </p:nvSpPr>
        <p:spPr>
          <a:xfrm>
            <a:off x="1562766" y="4392953"/>
            <a:ext cx="30609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8C1414"/>
              </a:buClr>
            </a:pPr>
            <a:r>
              <a:rPr lang="en-US" i="1" dirty="0"/>
              <a:t>Max E</a:t>
            </a:r>
            <a:r>
              <a:rPr lang="en-US" i="1" baseline="-25000" dirty="0"/>
              <a:t>dep</a:t>
            </a:r>
            <a:r>
              <a:rPr lang="en-US" i="1" dirty="0"/>
              <a:t> density </a:t>
            </a:r>
            <a:r>
              <a:rPr lang="en-US" dirty="0"/>
              <a:t>~ 152 J/g</a:t>
            </a:r>
          </a:p>
        </p:txBody>
      </p:sp>
      <p:sp>
        <p:nvSpPr>
          <p:cNvPr id="3" name="Google Shape;371;p43">
            <a:extLst>
              <a:ext uri="{FF2B5EF4-FFF2-40B4-BE49-F238E27FC236}">
                <a16:creationId xmlns:a16="http://schemas.microsoft.com/office/drawing/2014/main" id="{DE842643-95A3-72D9-B022-CEB6B0A20A78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1225753" y="4767591"/>
            <a:ext cx="3157500" cy="162900"/>
          </a:xfrm>
          <a:prstGeom prst="rect">
            <a:avLst/>
          </a:prstGeom>
        </p:spPr>
        <p:txBody>
          <a:bodyPr spcFirstLastPara="1" wrap="square" lIns="0" tIns="34275" rIns="68575" bIns="34275" anchor="ctr" anchorCtr="0">
            <a:noAutofit/>
          </a:bodyPr>
          <a:lstStyle/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-US" dirty="0"/>
              <a:t>US-Japan Collaboration Meeting, Feb 26, 2025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997856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3" dur="50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24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358">
          <a:extLst>
            <a:ext uri="{FF2B5EF4-FFF2-40B4-BE49-F238E27FC236}">
              <a16:creationId xmlns:a16="http://schemas.microsoft.com/office/drawing/2014/main" id="{AC4B88E6-719B-5B42-6FBE-DB2C389317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42">
            <a:extLst>
              <a:ext uri="{FF2B5EF4-FFF2-40B4-BE49-F238E27FC236}">
                <a16:creationId xmlns:a16="http://schemas.microsoft.com/office/drawing/2014/main" id="{9D1DB9E1-EB96-1D6B-F62C-2E7FF83AE1B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0075" y="200026"/>
            <a:ext cx="7915200" cy="474000"/>
          </a:xfrm>
          <a:prstGeom prst="rect">
            <a:avLst/>
          </a:prstGeom>
        </p:spPr>
        <p:txBody>
          <a:bodyPr spcFirstLastPara="1" wrap="square" lIns="0" tIns="34275" rIns="68575" bIns="3427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E</a:t>
            </a:r>
            <a:r>
              <a:rPr lang="en-US" baseline="-25000" dirty="0"/>
              <a:t>dep</a:t>
            </a:r>
            <a:r>
              <a:rPr lang="en-US" dirty="0"/>
              <a:t> density in 2 mm-thick Be windows</a:t>
            </a:r>
            <a:endParaRPr dirty="0"/>
          </a:p>
        </p:txBody>
      </p:sp>
      <p:sp>
        <p:nvSpPr>
          <p:cNvPr id="363" name="Google Shape;363;p42">
            <a:extLst>
              <a:ext uri="{FF2B5EF4-FFF2-40B4-BE49-F238E27FC236}">
                <a16:creationId xmlns:a16="http://schemas.microsoft.com/office/drawing/2014/main" id="{BF5F3EE2-753A-7F3E-33ED-4B2587CF03F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7010400" y="486959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0" bIns="3427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"/>
              <a:t>20</a:t>
            </a:fld>
            <a:endParaRPr/>
          </a:p>
        </p:txBody>
      </p:sp>
      <p:pic>
        <p:nvPicPr>
          <p:cNvPr id="5" name="Picture 4" descr="A screenshot of a computer generated image&#10;&#10;AI-generated content may be incorrect.">
            <a:extLst>
              <a:ext uri="{FF2B5EF4-FFF2-40B4-BE49-F238E27FC236}">
                <a16:creationId xmlns:a16="http://schemas.microsoft.com/office/drawing/2014/main" id="{C7FF72CC-21E8-0C54-409A-0E1595D6BD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7965" y="982069"/>
            <a:ext cx="6519419" cy="3259710"/>
          </a:xfrm>
          <a:prstGeom prst="rect">
            <a:avLst/>
          </a:prstGeom>
        </p:spPr>
      </p:pic>
      <p:sp>
        <p:nvSpPr>
          <p:cNvPr id="4" name="Google Shape;371;p43">
            <a:extLst>
              <a:ext uri="{FF2B5EF4-FFF2-40B4-BE49-F238E27FC236}">
                <a16:creationId xmlns:a16="http://schemas.microsoft.com/office/drawing/2014/main" id="{9F712072-8C29-F749-F05A-66FD9B32B583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1225753" y="4767591"/>
            <a:ext cx="3157500" cy="162900"/>
          </a:xfrm>
          <a:prstGeom prst="rect">
            <a:avLst/>
          </a:prstGeom>
        </p:spPr>
        <p:txBody>
          <a:bodyPr spcFirstLastPara="1" wrap="square" lIns="0" tIns="34275" rIns="68575" bIns="34275" anchor="ctr" anchorCtr="0">
            <a:noAutofit/>
          </a:bodyPr>
          <a:lstStyle/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-US" dirty="0"/>
              <a:t>US-Japan Collaboration Meeting, Feb 26, 2025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950939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367">
          <a:extLst>
            <a:ext uri="{FF2B5EF4-FFF2-40B4-BE49-F238E27FC236}">
              <a16:creationId xmlns:a16="http://schemas.microsoft.com/office/drawing/2014/main" id="{43762488-B855-04B4-528A-DD0FA91A03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43">
            <a:extLst>
              <a:ext uri="{FF2B5EF4-FFF2-40B4-BE49-F238E27FC236}">
                <a16:creationId xmlns:a16="http://schemas.microsoft.com/office/drawing/2014/main" id="{978BF718-6C38-1F74-357D-910AE79AB95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0075" y="200026"/>
            <a:ext cx="7915200" cy="474000"/>
          </a:xfrm>
          <a:prstGeom prst="rect">
            <a:avLst/>
          </a:prstGeom>
        </p:spPr>
        <p:txBody>
          <a:bodyPr spcFirstLastPara="1" wrap="square" lIns="0" tIns="34275" rIns="68575" bIns="3427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E</a:t>
            </a:r>
            <a:r>
              <a:rPr lang="en-US" baseline="-25000" dirty="0"/>
              <a:t>dep</a:t>
            </a:r>
            <a:r>
              <a:rPr lang="en-US" dirty="0"/>
              <a:t> density in 2 mm-thick Al windows</a:t>
            </a:r>
            <a:endParaRPr dirty="0"/>
          </a:p>
        </p:txBody>
      </p:sp>
      <p:sp>
        <p:nvSpPr>
          <p:cNvPr id="371" name="Google Shape;371;p43">
            <a:extLst>
              <a:ext uri="{FF2B5EF4-FFF2-40B4-BE49-F238E27FC236}">
                <a16:creationId xmlns:a16="http://schemas.microsoft.com/office/drawing/2014/main" id="{6D19ED24-2C5A-F823-12F9-846081A743C6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1225753" y="4767591"/>
            <a:ext cx="3157500" cy="162900"/>
          </a:xfrm>
          <a:prstGeom prst="rect">
            <a:avLst/>
          </a:prstGeom>
        </p:spPr>
        <p:txBody>
          <a:bodyPr spcFirstLastPara="1" wrap="square" lIns="0" tIns="34275" rIns="68575" bIns="34275" anchor="ctr" anchorCtr="0">
            <a:noAutofit/>
          </a:bodyPr>
          <a:lstStyle/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-US" dirty="0"/>
              <a:t>US-Japan Collaboration Meeting, Feb 26, 2025</a:t>
            </a:r>
            <a:endParaRPr dirty="0"/>
          </a:p>
        </p:txBody>
      </p:sp>
      <p:sp>
        <p:nvSpPr>
          <p:cNvPr id="372" name="Google Shape;372;p43">
            <a:extLst>
              <a:ext uri="{FF2B5EF4-FFF2-40B4-BE49-F238E27FC236}">
                <a16:creationId xmlns:a16="http://schemas.microsoft.com/office/drawing/2014/main" id="{6395B44E-1B90-C383-76DC-98CB9C102E2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7010400" y="486959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0" bIns="3427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"/>
              <a:t>21</a:t>
            </a:fld>
            <a:endParaRPr/>
          </a:p>
        </p:txBody>
      </p:sp>
      <p:pic>
        <p:nvPicPr>
          <p:cNvPr id="5" name="Picture 4" descr="A screenshot of a computer generated image&#10;&#10;AI-generated content may be incorrect.">
            <a:extLst>
              <a:ext uri="{FF2B5EF4-FFF2-40B4-BE49-F238E27FC236}">
                <a16:creationId xmlns:a16="http://schemas.microsoft.com/office/drawing/2014/main" id="{C65280D4-A6DC-F20E-AB49-FB1003054A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3950" y="982069"/>
            <a:ext cx="6527449" cy="3263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1366010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LAC Interior Slides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4043</TotalTime>
  <Words>2206</Words>
  <Application>Microsoft Macintosh PowerPoint</Application>
  <PresentationFormat>On-screen Show (16:9)</PresentationFormat>
  <Paragraphs>153</Paragraphs>
  <Slides>21</Slides>
  <Notes>21</Notes>
  <HiddenSlides>3</HiddenSlides>
  <MMClips>2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Lato</vt:lpstr>
      <vt:lpstr>Arial</vt:lpstr>
      <vt:lpstr>Calibri</vt:lpstr>
      <vt:lpstr>Simple Light</vt:lpstr>
      <vt:lpstr>SLAC Interior Slides</vt:lpstr>
      <vt:lpstr>PowerPoint Presentation</vt:lpstr>
      <vt:lpstr>Issues with positron production for linear colliders</vt:lpstr>
      <vt:lpstr>Current techniques to mitigate target damage</vt:lpstr>
      <vt:lpstr>Potential solution: liquid xenon</vt:lpstr>
      <vt:lpstr>GEANT4 simulations of positron sources</vt:lpstr>
      <vt:lpstr>Comparing LXe to Ta and W75Re25</vt:lpstr>
      <vt:lpstr>Yield and exit window energy deposit correlation</vt:lpstr>
      <vt:lpstr>LXe energy deposition caveats</vt:lpstr>
      <vt:lpstr>Spatial profiles of energy deposition</vt:lpstr>
      <vt:lpstr>Edep density distribution in LXe</vt:lpstr>
      <vt:lpstr>Edep density statistics in LXe</vt:lpstr>
      <vt:lpstr>Edep density in 0.5 mm-thick Be windows</vt:lpstr>
      <vt:lpstr>Edep density in 0.5 mm-thick Al windows</vt:lpstr>
      <vt:lpstr>EDD in exit windows exceeds threshold</vt:lpstr>
      <vt:lpstr>LXe Containment Considerations</vt:lpstr>
      <vt:lpstr>Next Steps</vt:lpstr>
      <vt:lpstr>Summary</vt:lpstr>
      <vt:lpstr>Acknowledgements/References</vt:lpstr>
      <vt:lpstr>Edep density distribution in LXe</vt:lpstr>
      <vt:lpstr>Edep density in 2 mm-thick Be windows</vt:lpstr>
      <vt:lpstr>Edep density in 2 mm-thick Al windows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Max Varverakis</cp:lastModifiedBy>
  <cp:revision>95</cp:revision>
  <dcterms:modified xsi:type="dcterms:W3CDTF">2025-02-26T18:59:53Z</dcterms:modified>
</cp:coreProperties>
</file>